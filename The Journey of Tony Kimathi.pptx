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0.xml" ContentType="application/vnd.openxmlformats-officedocument.presentationml.slideMaster+xml"/>
  <Override PartName="/ppt/slideMasters/_rels/slideMaster1.xml.rels" ContentType="application/vnd.openxmlformats-package.relationships+xml"/>
  <Override PartName="/ppt/slideMasters/_rels/slideMaster20.xml.rels" ContentType="application/vnd.openxmlformats-package.relationships+xml"/>
  <Override PartName="/ppt/slideLayouts/slideLayout1.xml" ContentType="application/vnd.openxmlformats-officedocument.presentationml.slideLayout+xml"/>
  <Override PartName="/ppt/slideLayouts/slideLayout20.xml" ContentType="application/vnd.openxmlformats-officedocument.presentationml.slideLayout+xml"/>
  <Override PartName="/ppt/slideLayouts/slideLayout2.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_rels/slideLayout1.xml.rels" ContentType="application/vnd.openxmlformats-package.relationships+xml"/>
  <Override PartName="/ppt/slideLayouts/_rels/slideLayout20.xml.rels" ContentType="application/vnd.openxmlformats-package.relationships+xml"/>
  <Override PartName="/ppt/slideLayouts/_rels/slideLayout2.xml.rels" ContentType="application/vnd.openxmlformats-package.relationships+xml"/>
  <Override PartName="/ppt/slideLayouts/_rels/slideLayout21.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2.xml.rels" ContentType="application/vnd.openxmlformats-package.relationships+xml"/>
  <Override PartName="/ppt/presProps.xml" ContentType="application/vnd.openxmlformats-officedocument.presentationml.presPro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9.xml.rels" ContentType="application/vnd.openxmlformats-package.relationships+xml"/>
  <Override PartName="/ppt/slides/_rels/slide12.xml.rels" ContentType="application/vnd.openxmlformats-package.relationships+xml"/>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8"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0.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rgbClr val="f1ebe3"/>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70120" y="622800"/>
            <a:ext cx="4638240" cy="3144600"/>
          </a:xfrm>
          <a:prstGeom prst="rect">
            <a:avLst/>
          </a:prstGeom>
          <a:noFill/>
          <a:ln w="0">
            <a:noFill/>
          </a:ln>
        </p:spPr>
        <p:txBody>
          <a:bodyPr lIns="91440" rIns="91440" tIns="91440" bIns="91440" anchor="t">
            <a:noAutofit/>
          </a:bodyPr>
          <a:p>
            <a:pPr indent="0">
              <a:lnSpc>
                <a:spcPct val="100000"/>
              </a:lnSpc>
              <a:buNone/>
              <a:tabLst>
                <a:tab algn="l" pos="0"/>
              </a:tabLst>
            </a:pPr>
            <a:r>
              <a:rPr b="0" lang="fr-FR" sz="5500" strike="noStrike" u="none">
                <a:solidFill>
                  <a:schemeClr val="dk1"/>
                </a:solidFill>
                <a:effectLst/>
                <a:uFillTx/>
                <a:latin typeface="Arial"/>
              </a:rPr>
              <a:t>Click to edit the title text format</a:t>
            </a:r>
            <a:endParaRPr b="0" lang="en-US" sz="5500" strike="noStrike" u="none">
              <a:solidFill>
                <a:schemeClr val="dk1"/>
              </a:solidFill>
              <a:effectLst/>
              <a:uFillTx/>
              <a:latin typeface="Arial"/>
            </a:endParaRPr>
          </a:p>
        </p:txBody>
      </p:sp>
      <p:sp>
        <p:nvSpPr>
          <p:cNvPr id="3" name="PlaceHolder 2"/>
          <p:cNvSpPr>
            <a:spLocks noGrp="1"/>
          </p:cNvSpPr>
          <p:nvPr>
            <p:ph type="body"/>
          </p:nvPr>
        </p:nvSpPr>
        <p:spPr>
          <a:xfrm>
            <a:off x="5683320" y="387720"/>
            <a:ext cx="3083040" cy="4754880"/>
          </a:xfrm>
          <a:prstGeom prst="rect">
            <a:avLst/>
          </a:prstGeom>
          <a:noFill/>
          <a:ln w="9360">
            <a:solidFill>
              <a:schemeClr val="dk2"/>
            </a:solidFill>
            <a:round/>
          </a:ln>
        </p:spPr>
        <p:txBody>
          <a:bodyPr lIns="90000" rIns="90000" tIns="45000" bIns="45000" anchor="t">
            <a:normAutofit fontScale="55000" lnSpcReduction="19999"/>
          </a:bodyPr>
          <a:p>
            <a:pPr marL="431640" indent="-324000">
              <a:lnSpc>
                <a:spcPct val="100000"/>
              </a:lnSpc>
              <a:spcBef>
                <a:spcPts val="1414"/>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en-US" sz="1800" strike="noStrike" u="none">
              <a:solidFill>
                <a:schemeClr val="dk1"/>
              </a:solidFill>
              <a:effectLst/>
              <a:uFillTx/>
              <a:latin typeface="Arial"/>
            </a:endParaRPr>
          </a:p>
          <a:p>
            <a:pPr lvl="1" marL="864360" indent="-324000">
              <a:lnSpc>
                <a:spcPct val="100000"/>
              </a:lnSpc>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en-US" sz="1800" strike="noStrike" u="none">
              <a:solidFill>
                <a:schemeClr val="dk1"/>
              </a:solidFill>
              <a:effectLst/>
              <a:uFillTx/>
              <a:latin typeface="Arial"/>
            </a:endParaRPr>
          </a:p>
          <a:p>
            <a:pPr lvl="2" marL="1296000" indent="-288360">
              <a:lnSpc>
                <a:spcPct val="100000"/>
              </a:lnSpc>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en-US" sz="1800" strike="noStrike" u="none">
              <a:solidFill>
                <a:schemeClr val="dk1"/>
              </a:solidFill>
              <a:effectLst/>
              <a:uFillTx/>
              <a:latin typeface="Arial"/>
            </a:endParaRPr>
          </a:p>
          <a:p>
            <a:pPr lvl="3" marL="1728000" indent="-216000">
              <a:lnSpc>
                <a:spcPct val="100000"/>
              </a:lnSpc>
              <a:spcBef>
                <a:spcPts val="564"/>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en-US" sz="1800" strike="noStrike" u="none">
              <a:solidFill>
                <a:schemeClr val="dk1"/>
              </a:solidFill>
              <a:effectLst/>
              <a:uFillTx/>
              <a:latin typeface="Arial"/>
            </a:endParaRPr>
          </a:p>
          <a:p>
            <a:pPr lvl="4" marL="2160360" indent="-216000">
              <a:lnSpc>
                <a:spcPct val="100000"/>
              </a:lnSpc>
              <a:spcBef>
                <a:spcPts val="286"/>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en-US" sz="1800" strike="noStrike" u="none">
              <a:solidFill>
                <a:schemeClr val="dk1"/>
              </a:solidFill>
              <a:effectLst/>
              <a:uFillTx/>
              <a:latin typeface="Arial"/>
            </a:endParaRPr>
          </a:p>
          <a:p>
            <a:pPr lvl="5" marL="2592000" indent="-216000">
              <a:lnSpc>
                <a:spcPct val="100000"/>
              </a:lnSpc>
              <a:spcBef>
                <a:spcPts val="286"/>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en-US" sz="1800" strike="noStrike" u="none">
              <a:solidFill>
                <a:schemeClr val="dk1"/>
              </a:solidFill>
              <a:effectLst/>
              <a:uFillTx/>
              <a:latin typeface="Arial"/>
            </a:endParaRPr>
          </a:p>
          <a:p>
            <a:pPr lvl="6" marL="3024000" indent="-216000">
              <a:lnSpc>
                <a:spcPct val="100000"/>
              </a:lnSpc>
              <a:spcBef>
                <a:spcPts val="286"/>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en-US" sz="1800" strike="noStrike" u="none">
              <a:solidFill>
                <a:schemeClr val="dk1"/>
              </a:solidFill>
              <a:effectLst/>
              <a:uFillTx/>
              <a:latin typeface="Arial"/>
            </a:endParaRPr>
          </a:p>
        </p:txBody>
      </p:sp>
      <p:cxnSp>
        <p:nvCxnSpPr>
          <p:cNvPr id="4" name="Google Shape;12;p2"/>
          <p:cNvCxnSpPr/>
          <p:nvPr/>
        </p:nvCxnSpPr>
        <p:spPr>
          <a:xfrm>
            <a:off x="-6120" y="387720"/>
            <a:ext cx="9176040" cy="720"/>
          </a:xfrm>
          <a:prstGeom prst="straightConnector1">
            <a:avLst/>
          </a:prstGeom>
          <a:ln w="9525">
            <a:solidFill>
              <a:srgbClr val="a14342"/>
            </a:solidFill>
            <a:round/>
          </a:ln>
        </p:spPr>
      </p:cxnSp>
      <p:cxnSp>
        <p:nvCxnSpPr>
          <p:cNvPr id="5" name="Google Shape;13;p2"/>
          <p:cNvCxnSpPr/>
          <p:nvPr/>
        </p:nvCxnSpPr>
        <p:spPr>
          <a:xfrm>
            <a:off x="628560" y="360"/>
            <a:ext cx="720" cy="5245920"/>
          </a:xfrm>
          <a:prstGeom prst="straightConnector1">
            <a:avLst/>
          </a:prstGeom>
          <a:ln w="9525">
            <a:solidFill>
              <a:srgbClr val="a14342"/>
            </a:solidFill>
            <a:round/>
          </a:ln>
        </p:spPr>
      </p:cxn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rgbClr val="f1ebe3"/>
        </a:solidFill>
      </p:bgPr>
    </p:bg>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rgbClr val="f1ebe3"/>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rgbClr val="f1ebe3"/>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297320" y="2005920"/>
            <a:ext cx="4230000" cy="2908800"/>
          </a:xfrm>
          <a:prstGeom prst="rect">
            <a:avLst/>
          </a:prstGeom>
          <a:noFill/>
          <a:ln w="0">
            <a:noFill/>
          </a:ln>
        </p:spPr>
        <p:txBody>
          <a:bodyPr lIns="91440" rIns="91440" tIns="91440" bIns="91440" anchor="b">
            <a:noAutofit/>
          </a:bodyPr>
          <a:p>
            <a:pPr indent="0">
              <a:lnSpc>
                <a:spcPct val="100000"/>
              </a:lnSpc>
              <a:buNone/>
              <a:tabLst>
                <a:tab algn="l" pos="0"/>
              </a:tabLst>
            </a:pPr>
            <a:r>
              <a:rPr b="0" lang="fr-FR" sz="4000" strike="noStrike" u="none">
                <a:solidFill>
                  <a:schemeClr val="dk1"/>
                </a:solidFill>
                <a:effectLst/>
                <a:uFillTx/>
                <a:latin typeface="Arial"/>
              </a:rPr>
              <a:t>Click to edit the title text format</a:t>
            </a:r>
            <a:endParaRPr b="0" lang="en-US" sz="4000" strike="noStrike" u="none">
              <a:solidFill>
                <a:schemeClr val="dk1"/>
              </a:solidFill>
              <a:effectLst/>
              <a:uFillTx/>
              <a:latin typeface="Arial"/>
            </a:endParaRPr>
          </a:p>
        </p:txBody>
      </p:sp>
      <p:sp>
        <p:nvSpPr>
          <p:cNvPr id="7" name="PlaceHolder 2"/>
          <p:cNvSpPr>
            <a:spLocks noGrp="1"/>
          </p:cNvSpPr>
          <p:nvPr>
            <p:ph type="title"/>
          </p:nvPr>
        </p:nvSpPr>
        <p:spPr>
          <a:xfrm>
            <a:off x="4297320" y="641520"/>
            <a:ext cx="1651320" cy="915120"/>
          </a:xfrm>
          <a:prstGeom prst="rect">
            <a:avLst/>
          </a:prstGeom>
          <a:noFill/>
          <a:ln w="0">
            <a:noFill/>
          </a:ln>
        </p:spPr>
        <p:txBody>
          <a:bodyPr lIns="91440" rIns="91440" tIns="91440" bIns="91440" anchor="b">
            <a:noAutofit/>
          </a:bodyPr>
          <a:p>
            <a:pPr indent="0">
              <a:lnSpc>
                <a:spcPct val="100000"/>
              </a:lnSpc>
              <a:buNone/>
              <a:tabLst>
                <a:tab algn="l" pos="0"/>
              </a:tabLst>
            </a:pPr>
            <a:r>
              <a:rPr b="0" lang="fr-FR" sz="6000" strike="noStrike" u="none">
                <a:solidFill>
                  <a:schemeClr val="accent1"/>
                </a:solidFill>
                <a:effectLst/>
                <a:uFillTx/>
                <a:latin typeface="Anybody"/>
                <a:ea typeface="Anybody"/>
              </a:rPr>
              <a:t>xx%</a:t>
            </a:r>
            <a:endParaRPr b="0" lang="en-US" sz="6000" strike="noStrike" u="none">
              <a:solidFill>
                <a:schemeClr val="dk1"/>
              </a:solidFill>
              <a:effectLst/>
              <a:uFillTx/>
              <a:latin typeface="Arial"/>
            </a:endParaRPr>
          </a:p>
        </p:txBody>
      </p:sp>
      <p:sp>
        <p:nvSpPr>
          <p:cNvPr id="8" name="PlaceHolder 3"/>
          <p:cNvSpPr>
            <a:spLocks noGrp="1"/>
          </p:cNvSpPr>
          <p:nvPr>
            <p:ph type="body"/>
          </p:nvPr>
        </p:nvSpPr>
        <p:spPr>
          <a:xfrm>
            <a:off x="628560" y="387720"/>
            <a:ext cx="3083040" cy="4754880"/>
          </a:xfrm>
          <a:prstGeom prst="rect">
            <a:avLst/>
          </a:prstGeom>
          <a:noFill/>
          <a:ln w="9360">
            <a:solidFill>
              <a:schemeClr val="dk2"/>
            </a:solidFill>
            <a:round/>
          </a:ln>
        </p:spPr>
        <p:txBody>
          <a:bodyPr lIns="90000" rIns="90000" tIns="45000" bIns="45000" anchor="t">
            <a:normAutofit fontScale="55000" lnSpcReduction="19999"/>
          </a:bodyPr>
          <a:p>
            <a:pPr marL="431640" indent="-324000">
              <a:lnSpc>
                <a:spcPct val="100000"/>
              </a:lnSpc>
              <a:spcBef>
                <a:spcPts val="1414"/>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en-US" sz="1800" strike="noStrike" u="none">
              <a:solidFill>
                <a:schemeClr val="dk1"/>
              </a:solidFill>
              <a:effectLst/>
              <a:uFillTx/>
              <a:latin typeface="Arial"/>
            </a:endParaRPr>
          </a:p>
          <a:p>
            <a:pPr lvl="1" marL="864360" indent="-324000">
              <a:lnSpc>
                <a:spcPct val="100000"/>
              </a:lnSpc>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en-US" sz="1800" strike="noStrike" u="none">
              <a:solidFill>
                <a:schemeClr val="dk1"/>
              </a:solidFill>
              <a:effectLst/>
              <a:uFillTx/>
              <a:latin typeface="Arial"/>
            </a:endParaRPr>
          </a:p>
          <a:p>
            <a:pPr lvl="2" marL="1296000" indent="-288360">
              <a:lnSpc>
                <a:spcPct val="100000"/>
              </a:lnSpc>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en-US" sz="1800" strike="noStrike" u="none">
              <a:solidFill>
                <a:schemeClr val="dk1"/>
              </a:solidFill>
              <a:effectLst/>
              <a:uFillTx/>
              <a:latin typeface="Arial"/>
            </a:endParaRPr>
          </a:p>
          <a:p>
            <a:pPr lvl="3" marL="1728000" indent="-216000">
              <a:lnSpc>
                <a:spcPct val="100000"/>
              </a:lnSpc>
              <a:spcBef>
                <a:spcPts val="564"/>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en-US" sz="1800" strike="noStrike" u="none">
              <a:solidFill>
                <a:schemeClr val="dk1"/>
              </a:solidFill>
              <a:effectLst/>
              <a:uFillTx/>
              <a:latin typeface="Arial"/>
            </a:endParaRPr>
          </a:p>
          <a:p>
            <a:pPr lvl="4" marL="2160360" indent="-216000">
              <a:lnSpc>
                <a:spcPct val="100000"/>
              </a:lnSpc>
              <a:spcBef>
                <a:spcPts val="286"/>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en-US" sz="1800" strike="noStrike" u="none">
              <a:solidFill>
                <a:schemeClr val="dk1"/>
              </a:solidFill>
              <a:effectLst/>
              <a:uFillTx/>
              <a:latin typeface="Arial"/>
            </a:endParaRPr>
          </a:p>
          <a:p>
            <a:pPr lvl="5" marL="2592000" indent="-216000">
              <a:lnSpc>
                <a:spcPct val="100000"/>
              </a:lnSpc>
              <a:spcBef>
                <a:spcPts val="286"/>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en-US" sz="1800" strike="noStrike" u="none">
              <a:solidFill>
                <a:schemeClr val="dk1"/>
              </a:solidFill>
              <a:effectLst/>
              <a:uFillTx/>
              <a:latin typeface="Arial"/>
            </a:endParaRPr>
          </a:p>
          <a:p>
            <a:pPr lvl="6" marL="3024000" indent="-216000">
              <a:lnSpc>
                <a:spcPct val="100000"/>
              </a:lnSpc>
              <a:spcBef>
                <a:spcPts val="286"/>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en-US" sz="1800" strike="noStrike" u="none">
              <a:solidFill>
                <a:schemeClr val="dk1"/>
              </a:solidFill>
              <a:effectLst/>
              <a:uFillTx/>
              <a:latin typeface="Arial"/>
            </a:endParaRPr>
          </a:p>
        </p:txBody>
      </p:sp>
      <p:cxnSp>
        <p:nvCxnSpPr>
          <p:cNvPr id="9" name="Google Shape;18;p3"/>
          <p:cNvCxnSpPr/>
          <p:nvPr/>
        </p:nvCxnSpPr>
        <p:spPr>
          <a:xfrm>
            <a:off x="-6120" y="387720"/>
            <a:ext cx="9176040" cy="720"/>
          </a:xfrm>
          <a:prstGeom prst="straightConnector1">
            <a:avLst/>
          </a:prstGeom>
          <a:ln w="9525">
            <a:solidFill>
              <a:srgbClr val="a14342"/>
            </a:solidFill>
            <a:round/>
          </a:ln>
        </p:spPr>
      </p:cxnSp>
      <p:cxnSp>
        <p:nvCxnSpPr>
          <p:cNvPr id="10" name="Google Shape;19;p3"/>
          <p:cNvCxnSpPr/>
          <p:nvPr/>
        </p:nvCxnSpPr>
        <p:spPr>
          <a:xfrm>
            <a:off x="628560" y="360"/>
            <a:ext cx="720" cy="5245920"/>
          </a:xfrm>
          <a:prstGeom prst="straightConnector1">
            <a:avLst/>
          </a:prstGeom>
          <a:ln w="9525">
            <a:solidFill>
              <a:srgbClr val="a14342"/>
            </a:solidFill>
            <a:round/>
          </a:ln>
        </p:spPr>
      </p:cxn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rgbClr val="f1ebe3"/>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720000" y="44496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2600" strike="noStrike" u="none">
                <a:solidFill>
                  <a:schemeClr val="dk1"/>
                </a:solidFill>
                <a:effectLst/>
                <a:uFillTx/>
                <a:latin typeface="Arial"/>
              </a:rPr>
              <a:t>Click to edit the title text format</a:t>
            </a:r>
            <a:endParaRPr b="0" lang="en-US" sz="2600" strike="noStrike" u="none">
              <a:solidFill>
                <a:schemeClr val="dk1"/>
              </a:solidFill>
              <a:effectLst/>
              <a:uFillTx/>
              <a:latin typeface="Arial"/>
            </a:endParaRPr>
          </a:p>
        </p:txBody>
      </p:sp>
      <p:sp>
        <p:nvSpPr>
          <p:cNvPr id="12" name="PlaceHolder 2"/>
          <p:cNvSpPr>
            <a:spLocks noGrp="1"/>
          </p:cNvSpPr>
          <p:nvPr>
            <p:ph type="body"/>
          </p:nvPr>
        </p:nvSpPr>
        <p:spPr>
          <a:xfrm>
            <a:off x="720000" y="1215720"/>
            <a:ext cx="7703280" cy="3415680"/>
          </a:xfrm>
          <a:prstGeom prst="rect">
            <a:avLst/>
          </a:prstGeom>
          <a:noFill/>
          <a:ln w="0">
            <a:noFill/>
          </a:ln>
        </p:spPr>
        <p:txBody>
          <a:bodyPr lIns="91440" rIns="91440" tIns="91440" bIns="91440" anchor="t">
            <a:noAutofit/>
          </a:bodyPr>
          <a:p>
            <a:pPr marL="431640" indent="-324000">
              <a:lnSpc>
                <a:spcPct val="100000"/>
              </a:lnSpc>
              <a:spcBef>
                <a:spcPts val="1414"/>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en-US" sz="1400" strike="noStrike" u="none">
              <a:solidFill>
                <a:schemeClr val="dk1"/>
              </a:solidFill>
              <a:effectLst/>
              <a:uFillTx/>
              <a:latin typeface="Arial"/>
            </a:endParaRPr>
          </a:p>
          <a:p>
            <a:pPr lvl="1" marL="864360" indent="-324000">
              <a:lnSpc>
                <a:spcPct val="100000"/>
              </a:lnSpc>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en-US" sz="1400" strike="noStrike" u="none">
              <a:solidFill>
                <a:schemeClr val="dk1"/>
              </a:solidFill>
              <a:effectLst/>
              <a:uFillTx/>
              <a:latin typeface="Arial"/>
            </a:endParaRPr>
          </a:p>
          <a:p>
            <a:pPr lvl="2" marL="1296000" indent="-288360">
              <a:lnSpc>
                <a:spcPct val="100000"/>
              </a:lnSpc>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en-US" sz="1400" strike="noStrike" u="none">
              <a:solidFill>
                <a:schemeClr val="dk1"/>
              </a:solidFill>
              <a:effectLst/>
              <a:uFillTx/>
              <a:latin typeface="Arial"/>
            </a:endParaRPr>
          </a:p>
          <a:p>
            <a:pPr lvl="3" marL="1728000" indent="-216000">
              <a:lnSpc>
                <a:spcPct val="100000"/>
              </a:lnSpc>
              <a:spcBef>
                <a:spcPts val="564"/>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en-US" sz="1400" strike="noStrike" u="none">
              <a:solidFill>
                <a:schemeClr val="dk1"/>
              </a:solidFill>
              <a:effectLst/>
              <a:uFillTx/>
              <a:latin typeface="Arial"/>
            </a:endParaRPr>
          </a:p>
          <a:p>
            <a:pPr lvl="4" marL="2160360" indent="-216000">
              <a:lnSpc>
                <a:spcPct val="100000"/>
              </a:lnSpc>
              <a:spcBef>
                <a:spcPts val="286"/>
              </a:spcBef>
              <a:buClr>
                <a:srgbClr val="000000"/>
              </a:buClr>
              <a:buSzPct val="45000"/>
              <a:buFont typeface="Wingdings" charset="2"/>
              <a:buChar char=""/>
            </a:pPr>
            <a:r>
              <a:rPr b="0" lang="fr-FR" sz="1400" strike="noStrike" u="none">
                <a:solidFill>
                  <a:srgbClr val="000000"/>
                </a:solidFill>
                <a:effectLst/>
                <a:uFillTx/>
                <a:latin typeface="Arial"/>
              </a:rPr>
              <a:t>Fifth Outline Level</a:t>
            </a:r>
            <a:endParaRPr b="0" lang="en-US" sz="1400" strike="noStrike" u="none">
              <a:solidFill>
                <a:schemeClr val="dk1"/>
              </a:solidFill>
              <a:effectLst/>
              <a:uFillTx/>
              <a:latin typeface="Arial"/>
            </a:endParaRPr>
          </a:p>
          <a:p>
            <a:pPr lvl="5" marL="2592000" indent="-216000">
              <a:lnSpc>
                <a:spcPct val="100000"/>
              </a:lnSpc>
              <a:spcBef>
                <a:spcPts val="286"/>
              </a:spcBef>
              <a:buClr>
                <a:srgbClr val="000000"/>
              </a:buClr>
              <a:buSzPct val="45000"/>
              <a:buFont typeface="Wingdings" charset="2"/>
              <a:buChar char=""/>
            </a:pPr>
            <a:r>
              <a:rPr b="0" lang="fr-FR" sz="1400" strike="noStrike" u="none">
                <a:solidFill>
                  <a:srgbClr val="000000"/>
                </a:solidFill>
                <a:effectLst/>
                <a:uFillTx/>
                <a:latin typeface="Arial"/>
              </a:rPr>
              <a:t>Sixth Outline Level</a:t>
            </a:r>
            <a:endParaRPr b="0" lang="en-US" sz="1400" strike="noStrike" u="none">
              <a:solidFill>
                <a:schemeClr val="dk1"/>
              </a:solidFill>
              <a:effectLst/>
              <a:uFillTx/>
              <a:latin typeface="Arial"/>
            </a:endParaRPr>
          </a:p>
          <a:p>
            <a:pPr lvl="6" marL="3024000" indent="-216000">
              <a:lnSpc>
                <a:spcPct val="100000"/>
              </a:lnSpc>
              <a:spcBef>
                <a:spcPts val="286"/>
              </a:spcBef>
              <a:buClr>
                <a:srgbClr val="000000"/>
              </a:buClr>
              <a:buSzPct val="45000"/>
              <a:buFont typeface="Wingdings" charset="2"/>
              <a:buChar char=""/>
            </a:pPr>
            <a:r>
              <a:rPr b="0" lang="fr-FR" sz="1400" strike="noStrike" u="none">
                <a:solidFill>
                  <a:srgbClr val="000000"/>
                </a:solidFill>
                <a:effectLst/>
                <a:uFillTx/>
                <a:latin typeface="Arial"/>
              </a:rPr>
              <a:t>Seventh Outline Level</a:t>
            </a:r>
            <a:endParaRPr b="0" lang="en-US" sz="1400" strike="noStrike" u="none">
              <a:solidFill>
                <a:schemeClr val="dk1"/>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rgbClr val="f1ebe3"/>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720000" y="44496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2600" strike="noStrike" u="none">
                <a:solidFill>
                  <a:schemeClr val="dk1"/>
                </a:solidFill>
                <a:effectLst/>
                <a:uFillTx/>
                <a:latin typeface="Arial"/>
              </a:rPr>
              <a:t>Click to edit the title text format</a:t>
            </a:r>
            <a:endParaRPr b="0" lang="en-US" sz="2600" strike="noStrike" u="none">
              <a:solidFill>
                <a:schemeClr val="dk1"/>
              </a:solidFill>
              <a:effectLst/>
              <a:uFillTx/>
              <a:latin typeface="Arial"/>
            </a:endParaRPr>
          </a:p>
        </p:txBody>
      </p:sp>
      <p:cxnSp>
        <p:nvCxnSpPr>
          <p:cNvPr id="14" name="Google Shape;29;p5"/>
          <p:cNvCxnSpPr/>
          <p:nvPr/>
        </p:nvCxnSpPr>
        <p:spPr>
          <a:xfrm>
            <a:off x="-6120" y="387720"/>
            <a:ext cx="9176040" cy="720"/>
          </a:xfrm>
          <a:prstGeom prst="straightConnector1">
            <a:avLst/>
          </a:prstGeom>
          <a:ln w="9525">
            <a:solidFill>
              <a:srgbClr val="a14342"/>
            </a:solidFill>
            <a:round/>
          </a:ln>
        </p:spPr>
      </p:cxnSp>
      <p:cxnSp>
        <p:nvCxnSpPr>
          <p:cNvPr id="15" name="Google Shape;30;p5"/>
          <p:cNvCxnSpPr/>
          <p:nvPr/>
        </p:nvCxnSpPr>
        <p:spPr>
          <a:xfrm>
            <a:off x="374400" y="360"/>
            <a:ext cx="720" cy="5245920"/>
          </a:xfrm>
          <a:prstGeom prst="straightConnector1">
            <a:avLst/>
          </a:prstGeom>
          <a:ln w="9525">
            <a:solidFill>
              <a:srgbClr val="a14342"/>
            </a:solidFill>
            <a:round/>
          </a:ln>
        </p:spPr>
      </p:cxn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rgbClr val="f1ebe3"/>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720000" y="44496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2600" strike="noStrike" u="none">
                <a:solidFill>
                  <a:schemeClr val="dk1"/>
                </a:solidFill>
                <a:effectLst/>
                <a:uFillTx/>
                <a:latin typeface="Arial"/>
              </a:rPr>
              <a:t>Click to edit the title text format</a:t>
            </a:r>
            <a:endParaRPr b="0" lang="en-US" sz="2600" strike="noStrike" u="none">
              <a:solidFill>
                <a:schemeClr val="dk1"/>
              </a:solidFill>
              <a:effectLst/>
              <a:uFillTx/>
              <a:latin typeface="Arial"/>
            </a:endParaRPr>
          </a:p>
        </p:txBody>
      </p:sp>
      <p:cxnSp>
        <p:nvCxnSpPr>
          <p:cNvPr id="17" name="Google Shape;33;p6"/>
          <p:cNvCxnSpPr/>
          <p:nvPr/>
        </p:nvCxnSpPr>
        <p:spPr>
          <a:xfrm>
            <a:off x="-6120" y="387720"/>
            <a:ext cx="9176040" cy="720"/>
          </a:xfrm>
          <a:prstGeom prst="straightConnector1">
            <a:avLst/>
          </a:prstGeom>
          <a:ln w="9525">
            <a:solidFill>
              <a:srgbClr val="a14342"/>
            </a:solidFill>
            <a:round/>
          </a:ln>
        </p:spPr>
      </p:cxnSp>
      <p:cxnSp>
        <p:nvCxnSpPr>
          <p:cNvPr id="18" name="Google Shape;34;p6"/>
          <p:cNvCxnSpPr/>
          <p:nvPr/>
        </p:nvCxnSpPr>
        <p:spPr>
          <a:xfrm>
            <a:off x="374400" y="360"/>
            <a:ext cx="720" cy="5245920"/>
          </a:xfrm>
          <a:prstGeom prst="straightConnector1">
            <a:avLst/>
          </a:prstGeom>
          <a:ln w="9525">
            <a:solidFill>
              <a:srgbClr val="a14342"/>
            </a:solidFill>
            <a:round/>
          </a:ln>
        </p:spPr>
      </p:cxnSp>
      <p:cxnSp>
        <p:nvCxnSpPr>
          <p:cNvPr id="19" name="Google Shape;35;p6"/>
          <p:cNvCxnSpPr/>
          <p:nvPr/>
        </p:nvCxnSpPr>
        <p:spPr>
          <a:xfrm>
            <a:off x="-6120" y="387720"/>
            <a:ext cx="9176040" cy="720"/>
          </a:xfrm>
          <a:prstGeom prst="straightConnector1">
            <a:avLst/>
          </a:prstGeom>
          <a:ln w="9525">
            <a:solidFill>
              <a:srgbClr val="a14342"/>
            </a:solidFill>
            <a:round/>
          </a:ln>
        </p:spPr>
      </p:cxnSp>
      <p:cxnSp>
        <p:nvCxnSpPr>
          <p:cNvPr id="20" name="Google Shape;36;p6"/>
          <p:cNvCxnSpPr/>
          <p:nvPr/>
        </p:nvCxnSpPr>
        <p:spPr>
          <a:xfrm>
            <a:off x="374400" y="360"/>
            <a:ext cx="720" cy="5245920"/>
          </a:xfrm>
          <a:prstGeom prst="straightConnector1">
            <a:avLst/>
          </a:prstGeom>
          <a:ln w="9525">
            <a:solidFill>
              <a:srgbClr val="a14342"/>
            </a:solidFill>
            <a:round/>
          </a:ln>
        </p:spPr>
      </p:cxn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rgbClr val="f1ebe3"/>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0000" y="444960"/>
            <a:ext cx="476316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2600" strike="noStrike" u="none">
                <a:solidFill>
                  <a:schemeClr val="dk1"/>
                </a:solidFill>
                <a:effectLst/>
                <a:uFillTx/>
                <a:latin typeface="Arial"/>
              </a:rPr>
              <a:t>Click to edit the title text format</a:t>
            </a:r>
            <a:endParaRPr b="0" lang="en-US" sz="2600" strike="noStrike" u="none">
              <a:solidFill>
                <a:schemeClr val="dk1"/>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rgbClr val="f1ebe3"/>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1768680" y="1307160"/>
            <a:ext cx="5606280" cy="2528640"/>
          </a:xfrm>
          <a:prstGeom prst="rect">
            <a:avLst/>
          </a:prstGeom>
          <a:noFill/>
          <a:ln w="0">
            <a:noFill/>
          </a:ln>
        </p:spPr>
        <p:txBody>
          <a:bodyPr lIns="91440" rIns="91440" tIns="91440" bIns="91440" anchor="ctr">
            <a:noAutofit/>
          </a:bodyPr>
          <a:p>
            <a:pPr indent="0">
              <a:lnSpc>
                <a:spcPct val="100000"/>
              </a:lnSpc>
              <a:buNone/>
              <a:tabLst>
                <a:tab algn="l" pos="0"/>
              </a:tabLst>
            </a:pPr>
            <a:r>
              <a:rPr b="0" lang="fr-FR" sz="6000" strike="noStrike" u="none">
                <a:solidFill>
                  <a:schemeClr val="dk1"/>
                </a:solidFill>
                <a:effectLst/>
                <a:uFillTx/>
                <a:latin typeface="Arial"/>
              </a:rPr>
              <a:t>Click to edit the title text format</a:t>
            </a:r>
            <a:endParaRPr b="0" lang="en-US" sz="6000" strike="noStrike" u="none">
              <a:solidFill>
                <a:schemeClr val="dk1"/>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rgbClr val="f1ebe3"/>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2135520" y="1441800"/>
            <a:ext cx="4872240" cy="1186560"/>
          </a:xfrm>
          <a:prstGeom prst="rect">
            <a:avLst/>
          </a:prstGeom>
          <a:noFill/>
          <a:ln w="0">
            <a:noFill/>
          </a:ln>
        </p:spPr>
        <p:txBody>
          <a:bodyPr lIns="91440" rIns="91440" tIns="91440" bIns="91440" anchor="b">
            <a:noAutofit/>
          </a:bodyPr>
          <a:p>
            <a:pPr indent="0">
              <a:lnSpc>
                <a:spcPct val="100000"/>
              </a:lnSpc>
              <a:buNone/>
              <a:tabLst>
                <a:tab algn="l" pos="0"/>
              </a:tabLst>
            </a:pPr>
            <a:r>
              <a:rPr b="0" lang="fr-FR" sz="6000" strike="noStrike" u="none">
                <a:solidFill>
                  <a:schemeClr val="dk1"/>
                </a:solidFill>
                <a:effectLst/>
                <a:uFillTx/>
                <a:latin typeface="Arial"/>
              </a:rPr>
              <a:t>Click to edit the title text format</a:t>
            </a:r>
            <a:endParaRPr b="0" lang="en-US" sz="6000" strike="noStrike" u="none">
              <a:solidFill>
                <a:schemeClr val="dk1"/>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rgbClr val="f1ebe3"/>
        </a:solidFill>
      </p:bgPr>
    </p:bg>
    <p:spTree>
      <p:nvGrpSpPr>
        <p:cNvPr id="1" name=""/>
        <p:cNvGrpSpPr/>
        <p:nvPr/>
      </p:nvGrpSpPr>
      <p:grpSpPr>
        <a:xfrm>
          <a:off x="0" y="0"/>
          <a:ext cx="0" cy="0"/>
          <a:chOff x="0" y="0"/>
          <a:chExt cx="0" cy="0"/>
        </a:xfrm>
      </p:grpSpPr>
      <p:sp>
        <p:nvSpPr>
          <p:cNvPr id="24" name="PlaceHolder 1"/>
          <p:cNvSpPr>
            <a:spLocks noGrp="1"/>
          </p:cNvSpPr>
          <p:nvPr>
            <p:ph type="body"/>
          </p:nvPr>
        </p:nvSpPr>
        <p:spPr>
          <a:xfrm>
            <a:off x="0" y="0"/>
            <a:ext cx="9143280" cy="5142960"/>
          </a:xfrm>
          <a:prstGeom prst="rect">
            <a:avLst/>
          </a:prstGeom>
          <a:noFill/>
          <a:ln w="0">
            <a:noFill/>
          </a:ln>
        </p:spPr>
        <p:txBody>
          <a:bodyPr lIns="90000" rIns="90000" tIns="45000" bIns="45000" anchor="t">
            <a:normAutofit/>
          </a:bodyPr>
          <a:p>
            <a:pPr marL="431640" indent="-324000">
              <a:lnSpc>
                <a:spcPct val="100000"/>
              </a:lnSpc>
              <a:spcBef>
                <a:spcPts val="1414"/>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en-US" sz="1800" strike="noStrike" u="none">
              <a:solidFill>
                <a:schemeClr val="dk1"/>
              </a:solidFill>
              <a:effectLst/>
              <a:uFillTx/>
              <a:latin typeface="Arial"/>
            </a:endParaRPr>
          </a:p>
          <a:p>
            <a:pPr lvl="1" marL="864360" indent="-324000">
              <a:lnSpc>
                <a:spcPct val="100000"/>
              </a:lnSpc>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en-US" sz="1800" strike="noStrike" u="none">
              <a:solidFill>
                <a:schemeClr val="dk1"/>
              </a:solidFill>
              <a:effectLst/>
              <a:uFillTx/>
              <a:latin typeface="Arial"/>
            </a:endParaRPr>
          </a:p>
          <a:p>
            <a:pPr lvl="2" marL="1296000" indent="-288360">
              <a:lnSpc>
                <a:spcPct val="100000"/>
              </a:lnSpc>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en-US" sz="1800" strike="noStrike" u="none">
              <a:solidFill>
                <a:schemeClr val="dk1"/>
              </a:solidFill>
              <a:effectLst/>
              <a:uFillTx/>
              <a:latin typeface="Arial"/>
            </a:endParaRPr>
          </a:p>
          <a:p>
            <a:pPr lvl="3" marL="1728000" indent="-216000">
              <a:lnSpc>
                <a:spcPct val="100000"/>
              </a:lnSpc>
              <a:spcBef>
                <a:spcPts val="564"/>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en-US" sz="1800" strike="noStrike" u="none">
              <a:solidFill>
                <a:schemeClr val="dk1"/>
              </a:solidFill>
              <a:effectLst/>
              <a:uFillTx/>
              <a:latin typeface="Arial"/>
            </a:endParaRPr>
          </a:p>
          <a:p>
            <a:pPr lvl="4" marL="2160360" indent="-216000">
              <a:lnSpc>
                <a:spcPct val="100000"/>
              </a:lnSpc>
              <a:spcBef>
                <a:spcPts val="286"/>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en-US" sz="1800" strike="noStrike" u="none">
              <a:solidFill>
                <a:schemeClr val="dk1"/>
              </a:solidFill>
              <a:effectLst/>
              <a:uFillTx/>
              <a:latin typeface="Arial"/>
            </a:endParaRPr>
          </a:p>
          <a:p>
            <a:pPr lvl="5" marL="2592000" indent="-216000">
              <a:lnSpc>
                <a:spcPct val="100000"/>
              </a:lnSpc>
              <a:spcBef>
                <a:spcPts val="286"/>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en-US" sz="1800" strike="noStrike" u="none">
              <a:solidFill>
                <a:schemeClr val="dk1"/>
              </a:solidFill>
              <a:effectLst/>
              <a:uFillTx/>
              <a:latin typeface="Arial"/>
            </a:endParaRPr>
          </a:p>
          <a:p>
            <a:pPr lvl="6" marL="3024000" indent="-216000">
              <a:lnSpc>
                <a:spcPct val="100000"/>
              </a:lnSpc>
              <a:spcBef>
                <a:spcPts val="286"/>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en-US" sz="1800" strike="noStrike" u="none">
              <a:solidFill>
                <a:schemeClr val="dk1"/>
              </a:solidFill>
              <a:effectLst/>
              <a:uFillTx/>
              <a:latin typeface="Arial"/>
            </a:endParaRPr>
          </a:p>
        </p:txBody>
      </p:sp>
      <p:sp>
        <p:nvSpPr>
          <p:cNvPr id="25" name="PlaceHolder 2"/>
          <p:cNvSpPr>
            <a:spLocks noGrp="1"/>
          </p:cNvSpPr>
          <p:nvPr>
            <p:ph type="title"/>
          </p:nvPr>
        </p:nvSpPr>
        <p:spPr>
          <a:xfrm>
            <a:off x="720000" y="4014360"/>
            <a:ext cx="7703280" cy="572040"/>
          </a:xfrm>
          <a:prstGeom prst="rect">
            <a:avLst/>
          </a:prstGeom>
          <a:solidFill>
            <a:schemeClr val="lt2"/>
          </a:solidFill>
          <a:ln w="0">
            <a:noFill/>
          </a:ln>
        </p:spPr>
        <p:txBody>
          <a:bodyPr lIns="91440" rIns="91440" tIns="91440" bIns="91440" anchor="t">
            <a:noAutofit/>
          </a:bodyPr>
          <a:p>
            <a:pPr indent="0">
              <a:lnSpc>
                <a:spcPct val="100000"/>
              </a:lnSpc>
              <a:buNone/>
              <a:tabLst>
                <a:tab algn="l" pos="0"/>
              </a:tabLst>
            </a:pPr>
            <a:r>
              <a:rPr b="0" lang="fr-FR" sz="2500" strike="noStrike" u="none">
                <a:solidFill>
                  <a:schemeClr val="dk1"/>
                </a:solidFill>
                <a:effectLst/>
                <a:uFillTx/>
                <a:latin typeface="Arial"/>
              </a:rPr>
              <a:t>Click to edit the title text format</a:t>
            </a:r>
            <a:endParaRPr b="0" lang="en-US" sz="2500" strike="noStrike" u="none">
              <a:solidFill>
                <a:schemeClr val="dk1"/>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rgbClr val="f1ebe3"/>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012560" y="1592640"/>
            <a:ext cx="4291920" cy="1044360"/>
          </a:xfrm>
          <a:prstGeom prst="rect">
            <a:avLst/>
          </a:prstGeom>
          <a:noFill/>
          <a:ln w="0">
            <a:noFill/>
          </a:ln>
        </p:spPr>
        <p:txBody>
          <a:bodyPr lIns="91440" rIns="91440" tIns="91440" bIns="91440" anchor="b">
            <a:noAutofit/>
          </a:bodyPr>
          <a:p>
            <a:pPr indent="0" algn="ctr">
              <a:lnSpc>
                <a:spcPct val="100000"/>
              </a:lnSpc>
              <a:buNone/>
              <a:tabLst>
                <a:tab algn="l" pos="0"/>
              </a:tabLst>
            </a:pPr>
            <a:r>
              <a:rPr b="0" lang="fr-FR" sz="6000" strike="noStrike" u="none">
                <a:solidFill>
                  <a:schemeClr val="accent1"/>
                </a:solidFill>
                <a:effectLst/>
                <a:uFillTx/>
                <a:latin typeface="Anybody"/>
                <a:ea typeface="Anybody"/>
              </a:rPr>
              <a:t>xx%</a:t>
            </a:r>
            <a:endParaRPr b="0" lang="en-US" sz="6000" strike="noStrike" u="none">
              <a:solidFill>
                <a:schemeClr val="dk1"/>
              </a:solidFill>
              <a:effectLst/>
              <a:uFillTx/>
              <a:latin typeface="Arial"/>
            </a:endParaRPr>
          </a:p>
        </p:txBody>
      </p:sp>
      <p:cxnSp>
        <p:nvCxnSpPr>
          <p:cNvPr id="27" name="Google Shape;51;p11"/>
          <p:cNvCxnSpPr/>
          <p:nvPr/>
        </p:nvCxnSpPr>
        <p:spPr>
          <a:xfrm>
            <a:off x="-6120" y="4756320"/>
            <a:ext cx="9176040" cy="720"/>
          </a:xfrm>
          <a:prstGeom prst="straightConnector1">
            <a:avLst/>
          </a:prstGeom>
          <a:ln w="9525">
            <a:solidFill>
              <a:srgbClr val="a14342"/>
            </a:solidFill>
            <a:round/>
          </a:ln>
        </p:spPr>
      </p:cxn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1ebe3"/>
        </a:solidFill>
      </p:bgPr>
    </p:bg>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rgbClr val="f1ebe3"/>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720000" y="44496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2600" strike="noStrike" u="none">
                <a:solidFill>
                  <a:schemeClr val="dk1"/>
                </a:solidFill>
                <a:effectLst/>
                <a:uFillTx/>
                <a:latin typeface="Arial"/>
              </a:rPr>
              <a:t>Click to edit the title text format</a:t>
            </a:r>
            <a:endParaRPr b="0" lang="en-US" sz="2600" strike="noStrike" u="none">
              <a:solidFill>
                <a:schemeClr val="dk1"/>
              </a:solidFill>
              <a:effectLst/>
              <a:uFillTx/>
              <a:latin typeface="Arial"/>
            </a:endParaRPr>
          </a:p>
        </p:txBody>
      </p:sp>
      <p:sp>
        <p:nvSpPr>
          <p:cNvPr id="29" name="PlaceHolder 2"/>
          <p:cNvSpPr>
            <a:spLocks noGrp="1"/>
          </p:cNvSpPr>
          <p:nvPr>
            <p:ph type="title"/>
          </p:nvPr>
        </p:nvSpPr>
        <p:spPr>
          <a:xfrm>
            <a:off x="720000" y="1126080"/>
            <a:ext cx="613440" cy="446760"/>
          </a:xfrm>
          <a:prstGeom prst="rect">
            <a:avLst/>
          </a:prstGeom>
          <a:noFill/>
          <a:ln w="0">
            <a:noFill/>
          </a:ln>
        </p:spPr>
        <p:txBody>
          <a:bodyPr lIns="91440" rIns="91440" tIns="91440" bIns="91440" anchor="t">
            <a:noAutofit/>
          </a:bodyPr>
          <a:p>
            <a:pPr indent="0">
              <a:lnSpc>
                <a:spcPct val="100000"/>
              </a:lnSpc>
              <a:buNone/>
              <a:tabLst>
                <a:tab algn="l" pos="0"/>
              </a:tabLst>
            </a:pPr>
            <a:r>
              <a:rPr b="0" lang="fr-FR" sz="2400" strike="noStrike" u="none">
                <a:solidFill>
                  <a:schemeClr val="accent1"/>
                </a:solidFill>
                <a:effectLst/>
                <a:uFillTx/>
                <a:latin typeface="Anybody"/>
                <a:ea typeface="Anybody"/>
              </a:rPr>
              <a:t>xx%</a:t>
            </a:r>
            <a:endParaRPr b="0" lang="en-US" sz="2400" strike="noStrike" u="none">
              <a:solidFill>
                <a:schemeClr val="dk1"/>
              </a:solidFill>
              <a:effectLst/>
              <a:uFillTx/>
              <a:latin typeface="Arial"/>
            </a:endParaRPr>
          </a:p>
        </p:txBody>
      </p:sp>
      <p:sp>
        <p:nvSpPr>
          <p:cNvPr id="30" name="PlaceHolder 3"/>
          <p:cNvSpPr>
            <a:spLocks noGrp="1"/>
          </p:cNvSpPr>
          <p:nvPr>
            <p:ph type="title"/>
          </p:nvPr>
        </p:nvSpPr>
        <p:spPr>
          <a:xfrm>
            <a:off x="720000" y="2364480"/>
            <a:ext cx="613440" cy="446760"/>
          </a:xfrm>
          <a:prstGeom prst="rect">
            <a:avLst/>
          </a:prstGeom>
          <a:noFill/>
          <a:ln w="0">
            <a:noFill/>
          </a:ln>
        </p:spPr>
        <p:txBody>
          <a:bodyPr lIns="91440" rIns="91440" tIns="91440" bIns="91440" anchor="t">
            <a:noAutofit/>
          </a:bodyPr>
          <a:p>
            <a:pPr indent="0">
              <a:lnSpc>
                <a:spcPct val="100000"/>
              </a:lnSpc>
              <a:buNone/>
              <a:tabLst>
                <a:tab algn="l" pos="0"/>
              </a:tabLst>
            </a:pPr>
            <a:r>
              <a:rPr b="0" lang="fr-FR" sz="2400" strike="noStrike" u="none">
                <a:solidFill>
                  <a:schemeClr val="accent1"/>
                </a:solidFill>
                <a:effectLst/>
                <a:uFillTx/>
                <a:latin typeface="Anybody"/>
                <a:ea typeface="Anybody"/>
              </a:rPr>
              <a:t>xx%</a:t>
            </a:r>
            <a:endParaRPr b="0" lang="en-US" sz="2400" strike="noStrike" u="none">
              <a:solidFill>
                <a:schemeClr val="dk1"/>
              </a:solidFill>
              <a:effectLst/>
              <a:uFillTx/>
              <a:latin typeface="Arial"/>
            </a:endParaRPr>
          </a:p>
        </p:txBody>
      </p:sp>
      <p:sp>
        <p:nvSpPr>
          <p:cNvPr id="31" name="PlaceHolder 4"/>
          <p:cNvSpPr>
            <a:spLocks noGrp="1"/>
          </p:cNvSpPr>
          <p:nvPr>
            <p:ph type="title"/>
          </p:nvPr>
        </p:nvSpPr>
        <p:spPr>
          <a:xfrm>
            <a:off x="720000" y="3602880"/>
            <a:ext cx="613440" cy="446760"/>
          </a:xfrm>
          <a:prstGeom prst="rect">
            <a:avLst/>
          </a:prstGeom>
          <a:noFill/>
          <a:ln w="0">
            <a:noFill/>
          </a:ln>
        </p:spPr>
        <p:txBody>
          <a:bodyPr lIns="91440" rIns="91440" tIns="91440" bIns="91440" anchor="t">
            <a:noAutofit/>
          </a:bodyPr>
          <a:p>
            <a:pPr indent="0">
              <a:lnSpc>
                <a:spcPct val="100000"/>
              </a:lnSpc>
              <a:buNone/>
              <a:tabLst>
                <a:tab algn="l" pos="0"/>
              </a:tabLst>
            </a:pPr>
            <a:r>
              <a:rPr b="0" lang="fr-FR" sz="2400" strike="noStrike" u="none">
                <a:solidFill>
                  <a:schemeClr val="accent1"/>
                </a:solidFill>
                <a:effectLst/>
                <a:uFillTx/>
                <a:latin typeface="Anybody"/>
                <a:ea typeface="Anybody"/>
              </a:rPr>
              <a:t>xx%</a:t>
            </a:r>
            <a:endParaRPr b="0" lang="en-US" sz="2400" strike="noStrike" u="none">
              <a:solidFill>
                <a:schemeClr val="dk1"/>
              </a:solidFill>
              <a:effectLst/>
              <a:uFillTx/>
              <a:latin typeface="Arial"/>
            </a:endParaRPr>
          </a:p>
        </p:txBody>
      </p:sp>
      <p:sp>
        <p:nvSpPr>
          <p:cNvPr id="32" name="PlaceHolder 5"/>
          <p:cNvSpPr>
            <a:spLocks noGrp="1"/>
          </p:cNvSpPr>
          <p:nvPr>
            <p:ph type="title"/>
          </p:nvPr>
        </p:nvSpPr>
        <p:spPr>
          <a:xfrm>
            <a:off x="4250520" y="1126080"/>
            <a:ext cx="613440" cy="446760"/>
          </a:xfrm>
          <a:prstGeom prst="rect">
            <a:avLst/>
          </a:prstGeom>
          <a:noFill/>
          <a:ln w="0">
            <a:noFill/>
          </a:ln>
        </p:spPr>
        <p:txBody>
          <a:bodyPr lIns="91440" rIns="91440" tIns="91440" bIns="91440" anchor="t">
            <a:noAutofit/>
          </a:bodyPr>
          <a:p>
            <a:pPr indent="0">
              <a:lnSpc>
                <a:spcPct val="100000"/>
              </a:lnSpc>
              <a:buNone/>
              <a:tabLst>
                <a:tab algn="l" pos="0"/>
              </a:tabLst>
            </a:pPr>
            <a:r>
              <a:rPr b="0" lang="fr-FR" sz="2400" strike="noStrike" u="none">
                <a:solidFill>
                  <a:schemeClr val="accent1"/>
                </a:solidFill>
                <a:effectLst/>
                <a:uFillTx/>
                <a:latin typeface="Anybody"/>
                <a:ea typeface="Anybody"/>
              </a:rPr>
              <a:t>xx%</a:t>
            </a:r>
            <a:endParaRPr b="0" lang="en-US" sz="2400" strike="noStrike" u="none">
              <a:solidFill>
                <a:schemeClr val="dk1"/>
              </a:solidFill>
              <a:effectLst/>
              <a:uFillTx/>
              <a:latin typeface="Arial"/>
            </a:endParaRPr>
          </a:p>
        </p:txBody>
      </p:sp>
      <p:sp>
        <p:nvSpPr>
          <p:cNvPr id="33" name="PlaceHolder 6"/>
          <p:cNvSpPr>
            <a:spLocks noGrp="1"/>
          </p:cNvSpPr>
          <p:nvPr>
            <p:ph type="title"/>
          </p:nvPr>
        </p:nvSpPr>
        <p:spPr>
          <a:xfrm>
            <a:off x="4250520" y="2364480"/>
            <a:ext cx="613440" cy="446760"/>
          </a:xfrm>
          <a:prstGeom prst="rect">
            <a:avLst/>
          </a:prstGeom>
          <a:noFill/>
          <a:ln w="0">
            <a:noFill/>
          </a:ln>
        </p:spPr>
        <p:txBody>
          <a:bodyPr lIns="91440" rIns="91440" tIns="91440" bIns="91440" anchor="t">
            <a:noAutofit/>
          </a:bodyPr>
          <a:p>
            <a:pPr indent="0">
              <a:lnSpc>
                <a:spcPct val="100000"/>
              </a:lnSpc>
              <a:buNone/>
              <a:tabLst>
                <a:tab algn="l" pos="0"/>
              </a:tabLst>
            </a:pPr>
            <a:r>
              <a:rPr b="0" lang="fr-FR" sz="2400" strike="noStrike" u="none">
                <a:solidFill>
                  <a:schemeClr val="accent1"/>
                </a:solidFill>
                <a:effectLst/>
                <a:uFillTx/>
                <a:latin typeface="Anybody"/>
                <a:ea typeface="Anybody"/>
              </a:rPr>
              <a:t>xx%</a:t>
            </a:r>
            <a:endParaRPr b="0" lang="en-US" sz="2400" strike="noStrike" u="none">
              <a:solidFill>
                <a:schemeClr val="dk1"/>
              </a:solidFill>
              <a:effectLst/>
              <a:uFillTx/>
              <a:latin typeface="Arial"/>
            </a:endParaRPr>
          </a:p>
        </p:txBody>
      </p:sp>
      <p:sp>
        <p:nvSpPr>
          <p:cNvPr id="34" name="PlaceHolder 7"/>
          <p:cNvSpPr>
            <a:spLocks noGrp="1"/>
          </p:cNvSpPr>
          <p:nvPr>
            <p:ph type="title"/>
          </p:nvPr>
        </p:nvSpPr>
        <p:spPr>
          <a:xfrm>
            <a:off x="4250520" y="3602880"/>
            <a:ext cx="613440" cy="446760"/>
          </a:xfrm>
          <a:prstGeom prst="rect">
            <a:avLst/>
          </a:prstGeom>
          <a:noFill/>
          <a:ln w="0">
            <a:noFill/>
          </a:ln>
        </p:spPr>
        <p:txBody>
          <a:bodyPr lIns="91440" rIns="91440" tIns="91440" bIns="91440" anchor="t">
            <a:noAutofit/>
          </a:bodyPr>
          <a:p>
            <a:pPr indent="0">
              <a:lnSpc>
                <a:spcPct val="100000"/>
              </a:lnSpc>
              <a:buNone/>
              <a:tabLst>
                <a:tab algn="l" pos="0"/>
              </a:tabLst>
            </a:pPr>
            <a:r>
              <a:rPr b="0" lang="fr-FR" sz="2400" strike="noStrike" u="none">
                <a:solidFill>
                  <a:schemeClr val="accent1"/>
                </a:solidFill>
                <a:effectLst/>
                <a:uFillTx/>
                <a:latin typeface="Anybody"/>
                <a:ea typeface="Anybody"/>
              </a:rPr>
              <a:t>xx%</a:t>
            </a:r>
            <a:endParaRPr b="0" lang="en-US" sz="2400" strike="noStrike" u="none">
              <a:solidFill>
                <a:schemeClr val="dk1"/>
              </a:solidFill>
              <a:effectLst/>
              <a:uFillTx/>
              <a:latin typeface="Arial"/>
            </a:endParaRPr>
          </a:p>
        </p:txBody>
      </p:sp>
      <p:cxnSp>
        <p:nvCxnSpPr>
          <p:cNvPr id="35" name="Google Shape;67;p13"/>
          <p:cNvCxnSpPr/>
          <p:nvPr/>
        </p:nvCxnSpPr>
        <p:spPr>
          <a:xfrm>
            <a:off x="-6120" y="387720"/>
            <a:ext cx="9176040" cy="720"/>
          </a:xfrm>
          <a:prstGeom prst="straightConnector1">
            <a:avLst/>
          </a:prstGeom>
          <a:ln w="9525">
            <a:solidFill>
              <a:srgbClr val="a14342"/>
            </a:solidFill>
            <a:round/>
          </a:ln>
        </p:spPr>
      </p:cxnSp>
      <p:cxnSp>
        <p:nvCxnSpPr>
          <p:cNvPr id="36" name="Google Shape;68;p13"/>
          <p:cNvCxnSpPr/>
          <p:nvPr/>
        </p:nvCxnSpPr>
        <p:spPr>
          <a:xfrm>
            <a:off x="374400" y="360"/>
            <a:ext cx="720" cy="5245920"/>
          </a:xfrm>
          <a:prstGeom prst="straightConnector1">
            <a:avLst/>
          </a:prstGeom>
          <a:ln w="9525">
            <a:solidFill>
              <a:srgbClr val="a14342"/>
            </a:solidFill>
            <a:round/>
          </a:ln>
        </p:spPr>
      </p:cxn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bg>
      <p:bgPr>
        <a:solidFill>
          <a:srgbClr val="f1ebe3"/>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713160" y="444960"/>
            <a:ext cx="6550200" cy="1758240"/>
          </a:xfrm>
          <a:prstGeom prst="rect">
            <a:avLst/>
          </a:prstGeom>
          <a:noFill/>
          <a:ln w="0">
            <a:noFill/>
          </a:ln>
        </p:spPr>
        <p:txBody>
          <a:bodyPr lIns="91440" rIns="91440" tIns="91440" bIns="91440" anchor="t">
            <a:noAutofit/>
          </a:bodyPr>
          <a:p>
            <a:pPr indent="0">
              <a:lnSpc>
                <a:spcPct val="100000"/>
              </a:lnSpc>
              <a:buNone/>
              <a:tabLst>
                <a:tab algn="l" pos="0"/>
              </a:tabLst>
            </a:pPr>
            <a:r>
              <a:rPr b="0" lang="fr-FR" sz="2600" strike="noStrike" u="none">
                <a:solidFill>
                  <a:schemeClr val="dk1"/>
                </a:solidFill>
                <a:effectLst/>
                <a:uFillTx/>
                <a:latin typeface="Arial"/>
              </a:rPr>
              <a:t>Click to edit the title text format</a:t>
            </a:r>
            <a:endParaRPr b="0" lang="en-US" sz="2600" strike="noStrike" u="none">
              <a:solidFill>
                <a:schemeClr val="dk1"/>
              </a:solidFill>
              <a:effectLst/>
              <a:uFillTx/>
              <a:latin typeface="Arial"/>
            </a:endParaRPr>
          </a:p>
        </p:txBody>
      </p:sp>
      <p:cxnSp>
        <p:nvCxnSpPr>
          <p:cNvPr id="38" name="Google Shape;72;p14"/>
          <p:cNvCxnSpPr/>
          <p:nvPr/>
        </p:nvCxnSpPr>
        <p:spPr>
          <a:xfrm>
            <a:off x="-6120" y="387720"/>
            <a:ext cx="9176040" cy="720"/>
          </a:xfrm>
          <a:prstGeom prst="straightConnector1">
            <a:avLst/>
          </a:prstGeom>
          <a:ln w="9525">
            <a:solidFill>
              <a:srgbClr val="a14342"/>
            </a:solidFill>
            <a:round/>
          </a:ln>
        </p:spPr>
      </p:cxnSp>
      <p:cxnSp>
        <p:nvCxnSpPr>
          <p:cNvPr id="39" name="Google Shape;73;p14"/>
          <p:cNvCxnSpPr/>
          <p:nvPr/>
        </p:nvCxnSpPr>
        <p:spPr>
          <a:xfrm>
            <a:off x="374400" y="360"/>
            <a:ext cx="720" cy="5245920"/>
          </a:xfrm>
          <a:prstGeom prst="straightConnector1">
            <a:avLst/>
          </a:prstGeom>
          <a:ln w="9525">
            <a:solidFill>
              <a:srgbClr val="a14342"/>
            </a:solidFill>
            <a:round/>
          </a:ln>
        </p:spPr>
      </p:cxnSp>
      <p:cxnSp>
        <p:nvCxnSpPr>
          <p:cNvPr id="40" name="Google Shape;74;p14"/>
          <p:cNvCxnSpPr/>
          <p:nvPr/>
        </p:nvCxnSpPr>
        <p:spPr>
          <a:xfrm>
            <a:off x="-6120" y="2426040"/>
            <a:ext cx="9176040" cy="720"/>
          </a:xfrm>
          <a:prstGeom prst="straightConnector1">
            <a:avLst/>
          </a:prstGeom>
          <a:ln w="9525">
            <a:solidFill>
              <a:srgbClr val="a14342"/>
            </a:solidFill>
            <a:round/>
          </a:ln>
        </p:spPr>
      </p:cxnSp>
      <p:sp>
        <p:nvSpPr>
          <p:cNvPr id="41"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1640" indent="-324000">
              <a:lnSpc>
                <a:spcPct val="100000"/>
              </a:lnSpc>
              <a:spcBef>
                <a:spcPts val="1414"/>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en-US" sz="1400" strike="noStrike" u="none">
              <a:solidFill>
                <a:schemeClr val="dk1"/>
              </a:solidFill>
              <a:effectLst/>
              <a:uFillTx/>
              <a:latin typeface="Arial"/>
            </a:endParaRPr>
          </a:p>
          <a:p>
            <a:pPr lvl="1" marL="864360" indent="-324000">
              <a:lnSpc>
                <a:spcPct val="100000"/>
              </a:lnSpc>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en-US" sz="1400" strike="noStrike" u="none">
              <a:solidFill>
                <a:schemeClr val="dk1"/>
              </a:solidFill>
              <a:effectLst/>
              <a:uFillTx/>
              <a:latin typeface="Arial"/>
            </a:endParaRPr>
          </a:p>
          <a:p>
            <a:pPr lvl="2" marL="1296000" indent="-288360">
              <a:lnSpc>
                <a:spcPct val="100000"/>
              </a:lnSpc>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en-US" sz="1400" strike="noStrike" u="none">
              <a:solidFill>
                <a:schemeClr val="dk1"/>
              </a:solidFill>
              <a:effectLst/>
              <a:uFillTx/>
              <a:latin typeface="Arial"/>
            </a:endParaRPr>
          </a:p>
          <a:p>
            <a:pPr lvl="3" marL="1728000" indent="-216000">
              <a:lnSpc>
                <a:spcPct val="100000"/>
              </a:lnSpc>
              <a:spcBef>
                <a:spcPts val="564"/>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en-US" sz="1400" strike="noStrike" u="none">
              <a:solidFill>
                <a:schemeClr val="dk1"/>
              </a:solidFill>
              <a:effectLst/>
              <a:uFillTx/>
              <a:latin typeface="Arial"/>
            </a:endParaRPr>
          </a:p>
          <a:p>
            <a:pPr lvl="4" marL="2160360" indent="-216000">
              <a:lnSpc>
                <a:spcPct val="100000"/>
              </a:lnSpc>
              <a:spcBef>
                <a:spcPts val="286"/>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en-US" sz="2000" strike="noStrike" u="none">
              <a:solidFill>
                <a:schemeClr val="dk1"/>
              </a:solidFill>
              <a:effectLst/>
              <a:uFillTx/>
              <a:latin typeface="Arial"/>
            </a:endParaRPr>
          </a:p>
          <a:p>
            <a:pPr lvl="5" marL="2592000" indent="-216000">
              <a:lnSpc>
                <a:spcPct val="100000"/>
              </a:lnSpc>
              <a:spcBef>
                <a:spcPts val="286"/>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en-US" sz="2000" strike="noStrike" u="none">
              <a:solidFill>
                <a:schemeClr val="dk1"/>
              </a:solidFill>
              <a:effectLst/>
              <a:uFillTx/>
              <a:latin typeface="Arial"/>
            </a:endParaRPr>
          </a:p>
          <a:p>
            <a:pPr lvl="6" marL="3024000" indent="-216000">
              <a:lnSpc>
                <a:spcPct val="100000"/>
              </a:lnSpc>
              <a:spcBef>
                <a:spcPts val="286"/>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en-US" sz="2000" strike="noStrike" u="none">
              <a:solidFill>
                <a:schemeClr val="dk1"/>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rgbClr val="f1ebe3"/>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722160" y="444960"/>
            <a:ext cx="4570920" cy="1223280"/>
          </a:xfrm>
          <a:prstGeom prst="rect">
            <a:avLst/>
          </a:prstGeom>
          <a:noFill/>
          <a:ln w="0">
            <a:noFill/>
          </a:ln>
        </p:spPr>
        <p:txBody>
          <a:bodyPr lIns="91440" rIns="91440" tIns="91440" bIns="91440" anchor="t">
            <a:noAutofit/>
          </a:bodyPr>
          <a:p>
            <a:pPr indent="0">
              <a:lnSpc>
                <a:spcPct val="100000"/>
              </a:lnSpc>
              <a:buNone/>
              <a:tabLst>
                <a:tab algn="l" pos="0"/>
              </a:tabLst>
            </a:pPr>
            <a:r>
              <a:rPr b="0" lang="fr-FR" sz="2600" strike="noStrike" u="none">
                <a:solidFill>
                  <a:schemeClr val="dk1"/>
                </a:solidFill>
                <a:effectLst/>
                <a:uFillTx/>
                <a:latin typeface="Arial"/>
              </a:rPr>
              <a:t>Click to edit the title text format</a:t>
            </a:r>
            <a:endParaRPr b="0" lang="en-US" sz="2600" strike="noStrike" u="none">
              <a:solidFill>
                <a:schemeClr val="dk1"/>
              </a:solidFill>
              <a:effectLst/>
              <a:uFillTx/>
              <a:latin typeface="Arial"/>
            </a:endParaRPr>
          </a:p>
        </p:txBody>
      </p:sp>
      <p:sp>
        <p:nvSpPr>
          <p:cNvPr id="43" name="PlaceHolder 2"/>
          <p:cNvSpPr>
            <a:spLocks noGrp="1"/>
          </p:cNvSpPr>
          <p:nvPr>
            <p:ph type="body"/>
          </p:nvPr>
        </p:nvSpPr>
        <p:spPr>
          <a:xfrm>
            <a:off x="5520600" y="387720"/>
            <a:ext cx="3083040" cy="4754880"/>
          </a:xfrm>
          <a:prstGeom prst="rect">
            <a:avLst/>
          </a:prstGeom>
          <a:noFill/>
          <a:ln w="0">
            <a:noFill/>
          </a:ln>
        </p:spPr>
        <p:txBody>
          <a:bodyPr lIns="90000" rIns="90000" tIns="45000" bIns="45000" anchor="t">
            <a:normAutofit fontScale="55000" lnSpcReduction="19999"/>
          </a:bodyPr>
          <a:p>
            <a:pPr marL="431640" indent="-324000">
              <a:lnSpc>
                <a:spcPct val="100000"/>
              </a:lnSpc>
              <a:spcBef>
                <a:spcPts val="1414"/>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en-US" sz="1800" strike="noStrike" u="none">
              <a:solidFill>
                <a:schemeClr val="dk1"/>
              </a:solidFill>
              <a:effectLst/>
              <a:uFillTx/>
              <a:latin typeface="Arial"/>
            </a:endParaRPr>
          </a:p>
          <a:p>
            <a:pPr lvl="1" marL="864360" indent="-324000">
              <a:lnSpc>
                <a:spcPct val="100000"/>
              </a:lnSpc>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en-US" sz="1800" strike="noStrike" u="none">
              <a:solidFill>
                <a:schemeClr val="dk1"/>
              </a:solidFill>
              <a:effectLst/>
              <a:uFillTx/>
              <a:latin typeface="Arial"/>
            </a:endParaRPr>
          </a:p>
          <a:p>
            <a:pPr lvl="2" marL="1296000" indent="-288360">
              <a:lnSpc>
                <a:spcPct val="100000"/>
              </a:lnSpc>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en-US" sz="1800" strike="noStrike" u="none">
              <a:solidFill>
                <a:schemeClr val="dk1"/>
              </a:solidFill>
              <a:effectLst/>
              <a:uFillTx/>
              <a:latin typeface="Arial"/>
            </a:endParaRPr>
          </a:p>
          <a:p>
            <a:pPr lvl="3" marL="1728000" indent="-216000">
              <a:lnSpc>
                <a:spcPct val="100000"/>
              </a:lnSpc>
              <a:spcBef>
                <a:spcPts val="564"/>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en-US" sz="1800" strike="noStrike" u="none">
              <a:solidFill>
                <a:schemeClr val="dk1"/>
              </a:solidFill>
              <a:effectLst/>
              <a:uFillTx/>
              <a:latin typeface="Arial"/>
            </a:endParaRPr>
          </a:p>
          <a:p>
            <a:pPr lvl="4" marL="2160360" indent="-216000">
              <a:lnSpc>
                <a:spcPct val="100000"/>
              </a:lnSpc>
              <a:spcBef>
                <a:spcPts val="286"/>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en-US" sz="1800" strike="noStrike" u="none">
              <a:solidFill>
                <a:schemeClr val="dk1"/>
              </a:solidFill>
              <a:effectLst/>
              <a:uFillTx/>
              <a:latin typeface="Arial"/>
            </a:endParaRPr>
          </a:p>
          <a:p>
            <a:pPr lvl="5" marL="2592000" indent="-216000">
              <a:lnSpc>
                <a:spcPct val="100000"/>
              </a:lnSpc>
              <a:spcBef>
                <a:spcPts val="286"/>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en-US" sz="1800" strike="noStrike" u="none">
              <a:solidFill>
                <a:schemeClr val="dk1"/>
              </a:solidFill>
              <a:effectLst/>
              <a:uFillTx/>
              <a:latin typeface="Arial"/>
            </a:endParaRPr>
          </a:p>
          <a:p>
            <a:pPr lvl="6" marL="3024000" indent="-216000">
              <a:lnSpc>
                <a:spcPct val="100000"/>
              </a:lnSpc>
              <a:spcBef>
                <a:spcPts val="286"/>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en-US" sz="1800" strike="noStrike" u="none">
              <a:solidFill>
                <a:schemeClr val="dk1"/>
              </a:solidFill>
              <a:effectLst/>
              <a:uFillTx/>
              <a:latin typeface="Arial"/>
            </a:endParaRPr>
          </a:p>
        </p:txBody>
      </p:sp>
      <p:cxnSp>
        <p:nvCxnSpPr>
          <p:cNvPr id="44" name="Google Shape;79;p15"/>
          <p:cNvCxnSpPr/>
          <p:nvPr/>
        </p:nvCxnSpPr>
        <p:spPr>
          <a:xfrm>
            <a:off x="-6120" y="387720"/>
            <a:ext cx="9176040" cy="720"/>
          </a:xfrm>
          <a:prstGeom prst="straightConnector1">
            <a:avLst/>
          </a:prstGeom>
          <a:ln w="9525">
            <a:solidFill>
              <a:srgbClr val="a14342"/>
            </a:solidFill>
            <a:round/>
          </a:ln>
        </p:spPr>
      </p:cxn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bg>
      <p:bgPr>
        <a:solidFill>
          <a:srgbClr val="f1ebe3"/>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720000" y="44496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2600" strike="noStrike" u="none">
                <a:solidFill>
                  <a:schemeClr val="dk1"/>
                </a:solidFill>
                <a:effectLst/>
                <a:uFillTx/>
                <a:latin typeface="Arial"/>
              </a:rPr>
              <a:t>Click to edit the title text format</a:t>
            </a:r>
            <a:endParaRPr b="0" lang="en-US" sz="2600" strike="noStrike" u="none">
              <a:solidFill>
                <a:schemeClr val="dk1"/>
              </a:solidFill>
              <a:effectLst/>
              <a:uFillTx/>
              <a:latin typeface="Arial"/>
            </a:endParaRPr>
          </a:p>
        </p:txBody>
      </p:sp>
      <p:cxnSp>
        <p:nvCxnSpPr>
          <p:cNvPr id="46" name="Google Shape;88;p16"/>
          <p:cNvCxnSpPr/>
          <p:nvPr/>
        </p:nvCxnSpPr>
        <p:spPr>
          <a:xfrm>
            <a:off x="-6120" y="387720"/>
            <a:ext cx="9176040" cy="720"/>
          </a:xfrm>
          <a:prstGeom prst="straightConnector1">
            <a:avLst/>
          </a:prstGeom>
          <a:ln w="9525">
            <a:solidFill>
              <a:srgbClr val="a14342"/>
            </a:solidFill>
            <a:round/>
          </a:ln>
        </p:spPr>
      </p:cxnSp>
      <p:cxnSp>
        <p:nvCxnSpPr>
          <p:cNvPr id="47" name="Google Shape;89;p16"/>
          <p:cNvCxnSpPr/>
          <p:nvPr/>
        </p:nvCxnSpPr>
        <p:spPr>
          <a:xfrm>
            <a:off x="374400" y="360"/>
            <a:ext cx="720" cy="5245920"/>
          </a:xfrm>
          <a:prstGeom prst="straightConnector1">
            <a:avLst/>
          </a:prstGeom>
          <a:ln w="9525">
            <a:solidFill>
              <a:srgbClr val="a14342"/>
            </a:solidFill>
            <a:round/>
          </a:ln>
        </p:spPr>
      </p:cxn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bg>
      <p:bgPr>
        <a:solidFill>
          <a:srgbClr val="f1ebe3"/>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720000" y="444960"/>
            <a:ext cx="7703280" cy="572040"/>
          </a:xfrm>
          <a:prstGeom prst="rect">
            <a:avLst/>
          </a:prstGeom>
          <a:noFill/>
          <a:ln w="0">
            <a:noFill/>
          </a:ln>
        </p:spPr>
        <p:txBody>
          <a:bodyPr lIns="91440" rIns="91440" tIns="91440" bIns="91440" anchor="t">
            <a:noAutofit/>
          </a:bodyPr>
          <a:p>
            <a:pPr indent="0">
              <a:lnSpc>
                <a:spcPct val="100000"/>
              </a:lnSpc>
              <a:buNone/>
              <a:tabLst>
                <a:tab algn="l" pos="0"/>
              </a:tabLst>
            </a:pPr>
            <a:r>
              <a:rPr b="0" lang="fr-FR" sz="2600" strike="noStrike" u="none">
                <a:solidFill>
                  <a:schemeClr val="dk1"/>
                </a:solidFill>
                <a:effectLst/>
                <a:uFillTx/>
                <a:latin typeface="Arial"/>
              </a:rPr>
              <a:t>Click to edit the title text format</a:t>
            </a:r>
            <a:endParaRPr b="0" lang="en-US" sz="2600" strike="noStrike" u="none">
              <a:solidFill>
                <a:schemeClr val="dk1"/>
              </a:solidFill>
              <a:effectLst/>
              <a:uFillTx/>
              <a:latin typeface="Arial"/>
            </a:endParaRPr>
          </a:p>
        </p:txBody>
      </p:sp>
      <p:cxnSp>
        <p:nvCxnSpPr>
          <p:cNvPr id="49" name="Google Shape;100;p17"/>
          <p:cNvCxnSpPr/>
          <p:nvPr/>
        </p:nvCxnSpPr>
        <p:spPr>
          <a:xfrm>
            <a:off x="-6120" y="387720"/>
            <a:ext cx="9176040" cy="720"/>
          </a:xfrm>
          <a:prstGeom prst="straightConnector1">
            <a:avLst/>
          </a:prstGeom>
          <a:ln w="9525">
            <a:solidFill>
              <a:srgbClr val="a14342"/>
            </a:solidFill>
            <a:round/>
          </a:ln>
        </p:spPr>
      </p:cxnSp>
      <p:cxnSp>
        <p:nvCxnSpPr>
          <p:cNvPr id="50" name="Google Shape;101;p17"/>
          <p:cNvCxnSpPr/>
          <p:nvPr/>
        </p:nvCxnSpPr>
        <p:spPr>
          <a:xfrm>
            <a:off x="374400" y="360"/>
            <a:ext cx="720" cy="5245920"/>
          </a:xfrm>
          <a:prstGeom prst="straightConnector1">
            <a:avLst/>
          </a:prstGeom>
          <a:ln w="9525">
            <a:solidFill>
              <a:srgbClr val="a14342"/>
            </a:solidFill>
            <a:round/>
          </a:ln>
        </p:spPr>
      </p:cxn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rgbClr val="f1ebe3"/>
        </a:solidFill>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961560" y="748800"/>
            <a:ext cx="4898160" cy="726840"/>
          </a:xfrm>
          <a:prstGeom prst="rect">
            <a:avLst/>
          </a:prstGeom>
          <a:noFill/>
          <a:ln w="0">
            <a:noFill/>
          </a:ln>
        </p:spPr>
        <p:txBody>
          <a:bodyPr lIns="91440" rIns="91440" tIns="91440" bIns="91440" anchor="b">
            <a:noAutofit/>
          </a:bodyPr>
          <a:p>
            <a:pPr indent="0">
              <a:lnSpc>
                <a:spcPct val="100000"/>
              </a:lnSpc>
              <a:buNone/>
              <a:tabLst>
                <a:tab algn="l" pos="0"/>
              </a:tabLst>
            </a:pPr>
            <a:r>
              <a:rPr b="0" lang="fr-FR" sz="4000" strike="noStrike" u="none">
                <a:solidFill>
                  <a:schemeClr val="dk1"/>
                </a:solidFill>
                <a:effectLst/>
                <a:uFillTx/>
                <a:latin typeface="Arial"/>
              </a:rPr>
              <a:t>Click to edit the title text format</a:t>
            </a:r>
            <a:endParaRPr b="0" lang="en-US" sz="4000" strike="noStrike" u="none">
              <a:solidFill>
                <a:schemeClr val="dk1"/>
              </a:solidFill>
              <a:effectLst/>
              <a:uFillTx/>
              <a:latin typeface="Arial"/>
            </a:endParaRPr>
          </a:p>
        </p:txBody>
      </p:sp>
      <p:sp>
        <p:nvSpPr>
          <p:cNvPr id="52" name="Google Shape;105;p18"/>
          <p:cNvSpPr/>
          <p:nvPr/>
        </p:nvSpPr>
        <p:spPr>
          <a:xfrm>
            <a:off x="961560" y="3712680"/>
            <a:ext cx="3990960" cy="555480"/>
          </a:xfrm>
          <a:prstGeom prst="rect">
            <a:avLst/>
          </a:prstGeom>
          <a:noFill/>
          <a:ln w="0">
            <a:noFill/>
          </a:ln>
        </p:spPr>
        <p:style>
          <a:lnRef idx="0"/>
          <a:fillRef idx="0"/>
          <a:effectRef idx="0"/>
          <a:fontRef idx="minor"/>
        </p:style>
        <p:txBody>
          <a:bodyPr lIns="90000" rIns="90000" tIns="91440" bIns="91440" anchor="t">
            <a:noAutofit/>
          </a:bodyPr>
          <a:p>
            <a:pPr defTabSz="914400">
              <a:lnSpc>
                <a:spcPct val="100000"/>
              </a:lnSpc>
              <a:spcBef>
                <a:spcPts val="300"/>
              </a:spcBef>
              <a:tabLst>
                <a:tab algn="l" pos="0"/>
              </a:tabLst>
            </a:pPr>
            <a:r>
              <a:rPr b="1" lang="en-GB" sz="1000" strike="noStrike" u="none">
                <a:solidFill>
                  <a:schemeClr val="dk1"/>
                </a:solidFill>
                <a:effectLst/>
                <a:uFillTx/>
                <a:latin typeface="Open Sans"/>
                <a:ea typeface="Open Sans"/>
              </a:rPr>
              <a:t>CREDITS:</a:t>
            </a:r>
            <a:r>
              <a:rPr b="0" lang="en-GB" sz="1000" strike="noStrike" u="none">
                <a:solidFill>
                  <a:schemeClr val="dk1"/>
                </a:solidFill>
                <a:effectLst/>
                <a:uFillTx/>
                <a:latin typeface="Open Sans"/>
                <a:ea typeface="Open Sans"/>
              </a:rPr>
              <a:t> This presentation template was created by </a:t>
            </a:r>
            <a:r>
              <a:rPr b="1" lang="en-GB" sz="1000" strike="noStrike" u="sng">
                <a:solidFill>
                  <a:schemeClr val="hlink"/>
                </a:solidFill>
                <a:effectLst/>
                <a:uFillTx/>
                <a:latin typeface="Open Sans"/>
                <a:ea typeface="Open Sans"/>
                <a:hlinkClick r:id="rId2"/>
              </a:rPr>
              <a:t>Slidesgo</a:t>
            </a:r>
            <a:r>
              <a:rPr b="0" lang="en-GB" sz="1000" strike="noStrike" u="none">
                <a:solidFill>
                  <a:schemeClr val="dk1"/>
                </a:solidFill>
                <a:effectLst/>
                <a:uFillTx/>
                <a:latin typeface="Open Sans"/>
                <a:ea typeface="Open Sans"/>
              </a:rPr>
              <a:t>, and includes icons, infographics &amp; images by </a:t>
            </a:r>
            <a:r>
              <a:rPr b="1" lang="en-GB" sz="1000" strike="noStrike" u="sng">
                <a:solidFill>
                  <a:schemeClr val="dk1"/>
                </a:solidFill>
                <a:effectLst/>
                <a:uFillTx/>
                <a:latin typeface="Open Sans"/>
                <a:ea typeface="Open Sans"/>
                <a:hlinkClick r:id="rId3"/>
              </a:rPr>
              <a:t>Freepik</a:t>
            </a:r>
            <a:r>
              <a:rPr b="0" lang="en-GB" sz="1000" strike="noStrike" u="sng">
                <a:solidFill>
                  <a:schemeClr val="dk1"/>
                </a:solidFill>
                <a:effectLst/>
                <a:uFillTx/>
                <a:latin typeface="Open Sans"/>
                <a:ea typeface="Open Sans"/>
              </a:rPr>
              <a:t> </a:t>
            </a:r>
            <a:endParaRPr b="0" lang="en-US" sz="1000" strike="noStrike" u="none">
              <a:solidFill>
                <a:srgbClr val="000000"/>
              </a:solidFill>
              <a:effectLst/>
              <a:uFillTx/>
              <a:latin typeface="Arial"/>
            </a:endParaRPr>
          </a:p>
        </p:txBody>
      </p:sp>
      <p:cxnSp>
        <p:nvCxnSpPr>
          <p:cNvPr id="53" name="Google Shape;106;p18"/>
          <p:cNvCxnSpPr/>
          <p:nvPr/>
        </p:nvCxnSpPr>
        <p:spPr>
          <a:xfrm>
            <a:off x="-6120" y="387720"/>
            <a:ext cx="9176040" cy="720"/>
          </a:xfrm>
          <a:prstGeom prst="straightConnector1">
            <a:avLst/>
          </a:prstGeom>
          <a:ln w="9525">
            <a:solidFill>
              <a:srgbClr val="a14342"/>
            </a:solidFill>
            <a:round/>
          </a:ln>
        </p:spPr>
      </p:cxnSp>
      <p:cxnSp>
        <p:nvCxnSpPr>
          <p:cNvPr id="54" name="Google Shape;107;p18"/>
          <p:cNvCxnSpPr/>
          <p:nvPr/>
        </p:nvCxnSpPr>
        <p:spPr>
          <a:xfrm>
            <a:off x="628560" y="360"/>
            <a:ext cx="720" cy="5245920"/>
          </a:xfrm>
          <a:prstGeom prst="straightConnector1">
            <a:avLst/>
          </a:prstGeom>
          <a:ln w="9525">
            <a:solidFill>
              <a:srgbClr val="a14342"/>
            </a:solidFill>
            <a:round/>
          </a:ln>
        </p:spPr>
      </p:cxn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55" name="Google Shape;115;p23"/>
          <p:cNvSpPr/>
          <p:nvPr/>
        </p:nvSpPr>
        <p:spPr>
          <a:xfrm>
            <a:off x="0" y="-10440"/>
            <a:ext cx="9143280" cy="1180080"/>
          </a:xfrm>
          <a:prstGeom prst="rect">
            <a:avLst/>
          </a:prstGeom>
          <a:solidFill>
            <a:schemeClr val="accent2"/>
          </a:solidFill>
          <a:ln w="0">
            <a:noFill/>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6" name="PlaceHolder 1"/>
          <p:cNvSpPr>
            <a:spLocks noGrp="1"/>
          </p:cNvSpPr>
          <p:nvPr>
            <p:ph type="title"/>
          </p:nvPr>
        </p:nvSpPr>
        <p:spPr>
          <a:xfrm>
            <a:off x="713160" y="539640"/>
            <a:ext cx="7716960" cy="481680"/>
          </a:xfrm>
          <a:prstGeom prst="rect">
            <a:avLst/>
          </a:prstGeom>
          <a:noFill/>
          <a:ln w="0">
            <a:noFill/>
          </a:ln>
        </p:spPr>
        <p:txBody>
          <a:bodyPr lIns="91440" rIns="91440" tIns="91440" bIns="91440" anchor="t">
            <a:noAutofit/>
          </a:bodyPr>
          <a:p>
            <a:pPr indent="0">
              <a:lnSpc>
                <a:spcPct val="100000"/>
              </a:lnSpc>
              <a:buNone/>
              <a:tabLst>
                <a:tab algn="l" pos="0"/>
              </a:tabLst>
            </a:pPr>
            <a:r>
              <a:rPr b="0" lang="fr-FR" sz="2200" strike="noStrike" u="none">
                <a:solidFill>
                  <a:schemeClr val="dk1"/>
                </a:solidFill>
                <a:effectLst/>
                <a:uFillTx/>
                <a:latin typeface="Arial"/>
              </a:rPr>
              <a:t>Click to edit the title text format</a:t>
            </a:r>
            <a:endParaRPr b="0" lang="en-US" sz="2200" strike="noStrike" u="none">
              <a:solidFill>
                <a:schemeClr val="dk1"/>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57" name="Google Shape;118;p24"/>
          <p:cNvSpPr/>
          <p:nvPr/>
        </p:nvSpPr>
        <p:spPr>
          <a:xfrm>
            <a:off x="0" y="-10440"/>
            <a:ext cx="9143280" cy="1180080"/>
          </a:xfrm>
          <a:prstGeom prst="rect">
            <a:avLst/>
          </a:prstGeom>
          <a:solidFill>
            <a:schemeClr val="accent2"/>
          </a:solidFill>
          <a:ln w="0">
            <a:noFill/>
          </a:ln>
        </p:spPr>
        <p:style>
          <a:lnRef idx="0"/>
          <a:fillRef idx="0"/>
          <a:effectRef idx="0"/>
          <a:fontRef idx="minor"/>
        </p:style>
        <p:txBody>
          <a:bodyPr lIns="90000" rIns="90000"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8" name="PlaceHolder 1"/>
          <p:cNvSpPr>
            <a:spLocks noGrp="1"/>
          </p:cNvSpPr>
          <p:nvPr>
            <p:ph type="title"/>
          </p:nvPr>
        </p:nvSpPr>
        <p:spPr>
          <a:xfrm>
            <a:off x="728640" y="539640"/>
            <a:ext cx="3346920" cy="481680"/>
          </a:xfrm>
          <a:prstGeom prst="rect">
            <a:avLst/>
          </a:prstGeom>
          <a:noFill/>
          <a:ln w="0">
            <a:noFill/>
          </a:ln>
        </p:spPr>
        <p:txBody>
          <a:bodyPr lIns="91440" rIns="91440" tIns="91440" bIns="91440" anchor="t">
            <a:noAutofit/>
          </a:bodyPr>
          <a:p>
            <a:pPr indent="0">
              <a:lnSpc>
                <a:spcPct val="100000"/>
              </a:lnSpc>
              <a:buNone/>
              <a:tabLst>
                <a:tab algn="l" pos="0"/>
              </a:tabLst>
            </a:pPr>
            <a:r>
              <a:rPr b="0" lang="fr-FR" sz="2200" strike="noStrike" u="none">
                <a:solidFill>
                  <a:schemeClr val="dk1"/>
                </a:solidFill>
                <a:effectLst/>
                <a:uFillTx/>
                <a:latin typeface="Arial"/>
              </a:rPr>
              <a:t>Click to edit the title text format</a:t>
            </a:r>
            <a:endParaRPr b="0" lang="en-US" sz="2200" strike="noStrike" u="none">
              <a:solidFill>
                <a:schemeClr val="dk1"/>
              </a:solidFill>
              <a:effectLst/>
              <a:uFillTx/>
              <a:latin typeface="Arial"/>
            </a:endParaRPr>
          </a:p>
        </p:txBody>
      </p:sp>
      <p:sp>
        <p:nvSpPr>
          <p:cNvPr id="59" name="PlaceHolder 2"/>
          <p:cNvSpPr>
            <a:spLocks noGrp="1"/>
          </p:cNvSpPr>
          <p:nvPr>
            <p:ph type="title"/>
          </p:nvPr>
        </p:nvSpPr>
        <p:spPr>
          <a:xfrm>
            <a:off x="4977720" y="539640"/>
            <a:ext cx="3457800" cy="481680"/>
          </a:xfrm>
          <a:prstGeom prst="rect">
            <a:avLst/>
          </a:prstGeom>
          <a:noFill/>
          <a:ln w="0">
            <a:noFill/>
          </a:ln>
        </p:spPr>
        <p:txBody>
          <a:bodyPr lIns="91440" rIns="91440" tIns="91440" bIns="91440" anchor="t">
            <a:noAutofit/>
          </a:bodyPr>
          <a:p>
            <a:pPr indent="0">
              <a:lnSpc>
                <a:spcPct val="100000"/>
              </a:lnSpc>
              <a:buNone/>
              <a:tabLst>
                <a:tab algn="l" pos="0"/>
              </a:tabLst>
            </a:pPr>
            <a:r>
              <a:rPr b="0" lang="fr-FR" sz="2200" strike="noStrike" u="none">
                <a:solidFill>
                  <a:schemeClr val="dk1"/>
                </a:solidFill>
                <a:effectLst/>
                <a:uFillTx/>
                <a:latin typeface="Arial"/>
              </a:rPr>
              <a:t>Click to edit the title text format</a:t>
            </a:r>
            <a:endParaRPr b="0" lang="en-US" sz="22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2"/>
    <p:sldLayoutId id="2147483670" r:id="rId3"/>
    <p:sldLayoutId id="2147483671"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6.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6.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60" name="Google Shape;125;p25"/>
          <p:cNvGrpSpPr/>
          <p:nvPr/>
        </p:nvGrpSpPr>
        <p:grpSpPr>
          <a:xfrm>
            <a:off x="-6120" y="360"/>
            <a:ext cx="9175680" cy="5245560"/>
            <a:chOff x="-6120" y="360"/>
            <a:chExt cx="9175680" cy="5245560"/>
          </a:xfrm>
        </p:grpSpPr>
        <p:cxnSp>
          <p:nvCxnSpPr>
            <p:cNvPr id="61" name="Google Shape;126;p25"/>
            <p:cNvCxnSpPr/>
            <p:nvPr/>
          </p:nvCxnSpPr>
          <p:spPr>
            <a:xfrm>
              <a:off x="5682960" y="360"/>
              <a:ext cx="720" cy="5245920"/>
            </a:xfrm>
            <a:prstGeom prst="straightConnector1">
              <a:avLst/>
            </a:prstGeom>
            <a:ln w="9525">
              <a:solidFill>
                <a:srgbClr val="a14342"/>
              </a:solidFill>
              <a:round/>
            </a:ln>
          </p:spPr>
        </p:cxnSp>
        <p:cxnSp>
          <p:nvCxnSpPr>
            <p:cNvPr id="62" name="Google Shape;127;p25"/>
            <p:cNvCxnSpPr/>
            <p:nvPr/>
          </p:nvCxnSpPr>
          <p:spPr>
            <a:xfrm>
              <a:off x="8766720" y="360"/>
              <a:ext cx="720" cy="5245920"/>
            </a:xfrm>
            <a:prstGeom prst="straightConnector1">
              <a:avLst/>
            </a:prstGeom>
            <a:ln w="9525">
              <a:solidFill>
                <a:srgbClr val="a14342"/>
              </a:solidFill>
              <a:round/>
            </a:ln>
          </p:spPr>
        </p:cxnSp>
        <p:cxnSp>
          <p:nvCxnSpPr>
            <p:cNvPr id="63" name="Google Shape;128;p25"/>
            <p:cNvCxnSpPr/>
            <p:nvPr/>
          </p:nvCxnSpPr>
          <p:spPr>
            <a:xfrm>
              <a:off x="-6120" y="3843720"/>
              <a:ext cx="9176040" cy="720"/>
            </a:xfrm>
            <a:prstGeom prst="straightConnector1">
              <a:avLst/>
            </a:prstGeom>
            <a:ln w="9525">
              <a:solidFill>
                <a:srgbClr val="a14342"/>
              </a:solidFill>
              <a:round/>
            </a:ln>
          </p:spPr>
        </p:cxnSp>
      </p:grpSp>
      <p:sp>
        <p:nvSpPr>
          <p:cNvPr id="64" name="PlaceHolder 1"/>
          <p:cNvSpPr>
            <a:spLocks noGrp="1"/>
          </p:cNvSpPr>
          <p:nvPr>
            <p:ph type="title"/>
          </p:nvPr>
        </p:nvSpPr>
        <p:spPr>
          <a:xfrm>
            <a:off x="866880" y="619200"/>
            <a:ext cx="4637880" cy="3142440"/>
          </a:xfrm>
          <a:prstGeom prst="rect">
            <a:avLst/>
          </a:prstGeom>
          <a:noFill/>
          <a:ln w="0">
            <a:noFill/>
          </a:ln>
        </p:spPr>
        <p:txBody>
          <a:bodyPr lIns="91440" rIns="91440" tIns="91440" bIns="91440" anchor="t">
            <a:normAutofit/>
          </a:bodyPr>
          <a:p>
            <a:pPr indent="0">
              <a:lnSpc>
                <a:spcPct val="100000"/>
              </a:lnSpc>
              <a:buNone/>
              <a:tabLst>
                <a:tab algn="l" pos="0"/>
              </a:tabLst>
            </a:pPr>
            <a:r>
              <a:rPr b="0" lang="en-GB" sz="5500" strike="noStrike" u="none">
                <a:solidFill>
                  <a:schemeClr val="dk2"/>
                </a:solidFill>
                <a:effectLst/>
                <a:uFillTx/>
                <a:latin typeface="Anybody"/>
                <a:ea typeface="Anybody"/>
              </a:rPr>
              <a:t>The Journey of Tony Kimathi</a:t>
            </a:r>
            <a:br>
              <a:rPr sz="5500"/>
            </a:br>
            <a:r>
              <a:rPr b="0" lang="en-GB" sz="1400" strike="noStrike" u="none">
                <a:solidFill>
                  <a:schemeClr val="dk2"/>
                </a:solidFill>
                <a:effectLst/>
                <a:uFillTx/>
                <a:latin typeface="Anybody"/>
                <a:ea typeface="Anybody"/>
              </a:rPr>
              <a:t>C026-01-0713/2020</a:t>
            </a:r>
            <a:endParaRPr b="0" lang="en-US" sz="1400" strike="noStrike" u="none">
              <a:solidFill>
                <a:schemeClr val="dk1"/>
              </a:solidFill>
              <a:effectLst/>
              <a:uFillTx/>
              <a:latin typeface="Arial"/>
            </a:endParaRPr>
          </a:p>
        </p:txBody>
      </p:sp>
      <p:sp>
        <p:nvSpPr>
          <p:cNvPr id="65" name="PlaceHolder 2"/>
          <p:cNvSpPr>
            <a:spLocks noGrp="1"/>
          </p:cNvSpPr>
          <p:nvPr>
            <p:ph type="subTitle"/>
          </p:nvPr>
        </p:nvSpPr>
        <p:spPr>
          <a:xfrm>
            <a:off x="866880" y="3971880"/>
            <a:ext cx="4637880" cy="685080"/>
          </a:xfrm>
          <a:prstGeom prst="rect">
            <a:avLst/>
          </a:prstGeom>
          <a:noFill/>
          <a:ln w="0">
            <a:noFill/>
          </a:ln>
        </p:spPr>
        <p:txBody>
          <a:bodyPr lIns="91440" rIns="91440" tIns="91440" bIns="91440" anchor="t">
            <a:normAutofit/>
          </a:bodyPr>
          <a:p>
            <a:pPr indent="0">
              <a:lnSpc>
                <a:spcPct val="100000"/>
              </a:lnSpc>
              <a:buNone/>
              <a:tabLst>
                <a:tab algn="l" pos="0"/>
              </a:tabLst>
            </a:pPr>
            <a:r>
              <a:rPr b="0" lang="en-GB" sz="1600" strike="noStrike" u="none">
                <a:solidFill>
                  <a:schemeClr val="dk1"/>
                </a:solidFill>
                <a:effectLst/>
                <a:uFillTx/>
                <a:latin typeface="Open Sans"/>
                <a:ea typeface="Open Sans"/>
              </a:rPr>
              <a:t>The story of growth, resilience, and purpose</a:t>
            </a:r>
            <a:endParaRPr b="0" lang="en-US" sz="1600" strike="noStrike" u="none">
              <a:solidFill>
                <a:srgbClr val="000000"/>
              </a:solidFill>
              <a:effectLst/>
              <a:uFillTx/>
              <a:latin typeface="Arial"/>
            </a:endParaRPr>
          </a:p>
        </p:txBody>
      </p:sp>
      <p:sp>
        <p:nvSpPr>
          <p:cNvPr id="66" name="Google Shape;131;p25" title="monochromatic-urban-minimal-landscape.jpg"/>
          <p:cNvSpPr/>
          <p:nvPr/>
        </p:nvSpPr>
        <p:spPr>
          <a:xfrm>
            <a:off x="5683320" y="387720"/>
            <a:ext cx="3083040" cy="4754880"/>
          </a:xfrm>
          <a:prstGeom prst="round2SameRect">
            <a:avLst>
              <a:gd name="adj1" fmla="val 50000"/>
              <a:gd name="adj2" fmla="val 0"/>
            </a:avLst>
          </a:prstGeom>
          <a:blipFill rotWithShape="0">
            <a:blip r:embed="rId1"/>
            <a:srcRect/>
            <a:stretch/>
          </a:blipFill>
          <a:ln w="9525">
            <a:solidFill>
              <a:srgbClr val="a14342"/>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723960" y="447840"/>
            <a:ext cx="4571280" cy="1227960"/>
          </a:xfrm>
          <a:prstGeom prst="rect">
            <a:avLst/>
          </a:prstGeom>
          <a:noFill/>
          <a:ln w="0">
            <a:noFill/>
          </a:ln>
        </p:spPr>
        <p:txBody>
          <a:bodyPr lIns="91440" rIns="91440" tIns="91440" bIns="91440" anchor="t">
            <a:normAutofit/>
          </a:bodyPr>
          <a:p>
            <a:pPr indent="0">
              <a:lnSpc>
                <a:spcPct val="100000"/>
              </a:lnSpc>
              <a:buNone/>
              <a:tabLst>
                <a:tab algn="l" pos="0"/>
              </a:tabLst>
            </a:pPr>
            <a:r>
              <a:rPr b="0" lang="en-GB" sz="2600" strike="noStrike" u="none">
                <a:solidFill>
                  <a:schemeClr val="dk2"/>
                </a:solidFill>
                <a:effectLst/>
                <a:uFillTx/>
                <a:latin typeface="Anybody"/>
                <a:ea typeface="Anybody"/>
              </a:rPr>
              <a:t>Introduction</a:t>
            </a:r>
            <a:endParaRPr b="0" lang="en-US" sz="2600" strike="noStrike" u="none">
              <a:solidFill>
                <a:schemeClr val="dk1"/>
              </a:solidFill>
              <a:effectLst/>
              <a:uFillTx/>
              <a:latin typeface="Arial"/>
            </a:endParaRPr>
          </a:p>
        </p:txBody>
      </p:sp>
      <p:sp>
        <p:nvSpPr>
          <p:cNvPr id="68" name="PlaceHolder 2"/>
          <p:cNvSpPr>
            <a:spLocks noGrp="1"/>
          </p:cNvSpPr>
          <p:nvPr>
            <p:ph type="subTitle"/>
          </p:nvPr>
        </p:nvSpPr>
        <p:spPr>
          <a:xfrm>
            <a:off x="714240" y="1790640"/>
            <a:ext cx="4571280" cy="2780640"/>
          </a:xfrm>
          <a:prstGeom prst="rect">
            <a:avLst/>
          </a:prstGeom>
          <a:noFill/>
          <a:ln w="0">
            <a:noFill/>
          </a:ln>
        </p:spPr>
        <p:txBody>
          <a:bodyPr lIns="91440" rIns="91440" tIns="91440" bIns="91440" anchor="t">
            <a:normAutofit/>
          </a:bodyPr>
          <a:p>
            <a:pPr indent="0" algn="ctr">
              <a:lnSpc>
                <a:spcPct val="100000"/>
              </a:lnSpc>
              <a:buNone/>
              <a:tabLst>
                <a:tab algn="l" pos="0"/>
              </a:tabLst>
            </a:pPr>
            <a:r>
              <a:rPr b="0" lang="en-US" sz="1200" strike="noStrike" u="none">
                <a:solidFill>
                  <a:srgbClr val="000000"/>
                </a:solidFill>
                <a:effectLst/>
                <a:uFillTx/>
                <a:latin typeface="OpenSymbol"/>
              </a:rPr>
              <a:t>My name is Tony Kimathi, and this is my story—from my early childhood in Kenya to my journey through education, personal challenges, and aspirations in technology and agriculture. I share the moments, values, and passions that have shaped my path toward a purposeful future.</a:t>
            </a:r>
            <a:endParaRPr b="0" lang="en-US" sz="1200" strike="noStrike" u="none">
              <a:solidFill>
                <a:srgbClr val="000000"/>
              </a:solidFill>
              <a:effectLst/>
              <a:uFillTx/>
              <a:latin typeface="Arial"/>
            </a:endParaRPr>
          </a:p>
        </p:txBody>
      </p:sp>
      <p:sp>
        <p:nvSpPr>
          <p:cNvPr id="69" name="Google Shape;178;p30" title="minimalist-office-interior-design (1).jpg"/>
          <p:cNvSpPr/>
          <p:nvPr/>
        </p:nvSpPr>
        <p:spPr>
          <a:xfrm>
            <a:off x="5520600" y="387720"/>
            <a:ext cx="3083040" cy="4754880"/>
          </a:xfrm>
          <a:prstGeom prst="roundRect">
            <a:avLst>
              <a:gd name="adj" fmla="val 50000"/>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rgbClr val="000000"/>
              </a:solidFill>
              <a:effectLst/>
              <a:uFillTx/>
              <a:latin typeface="OpenSymbol"/>
            </a:endParaRPr>
          </a:p>
        </p:txBody>
      </p:sp>
      <p:grpSp>
        <p:nvGrpSpPr>
          <p:cNvPr id="70" name="Google Shape;179;p30"/>
          <p:cNvGrpSpPr/>
          <p:nvPr/>
        </p:nvGrpSpPr>
        <p:grpSpPr>
          <a:xfrm>
            <a:off x="5520600" y="360"/>
            <a:ext cx="3084120" cy="5245560"/>
            <a:chOff x="5520600" y="360"/>
            <a:chExt cx="3084120" cy="5245560"/>
          </a:xfrm>
        </p:grpSpPr>
        <p:cxnSp>
          <p:nvCxnSpPr>
            <p:cNvPr id="71" name="Google Shape;180;p30"/>
            <p:cNvCxnSpPr/>
            <p:nvPr/>
          </p:nvCxnSpPr>
          <p:spPr>
            <a:xfrm>
              <a:off x="5520600" y="360"/>
              <a:ext cx="720" cy="5245920"/>
            </a:xfrm>
            <a:prstGeom prst="straightConnector1">
              <a:avLst/>
            </a:prstGeom>
            <a:ln w="9525">
              <a:solidFill>
                <a:srgbClr val="a14342"/>
              </a:solidFill>
              <a:round/>
            </a:ln>
          </p:spPr>
        </p:cxnSp>
        <p:cxnSp>
          <p:nvCxnSpPr>
            <p:cNvPr id="72" name="Google Shape;181;p30"/>
            <p:cNvCxnSpPr/>
            <p:nvPr/>
          </p:nvCxnSpPr>
          <p:spPr>
            <a:xfrm>
              <a:off x="8604360" y="360"/>
              <a:ext cx="720" cy="5245920"/>
            </a:xfrm>
            <a:prstGeom prst="straightConnector1">
              <a:avLst/>
            </a:prstGeom>
            <a:ln w="9525">
              <a:solidFill>
                <a:srgbClr val="a14342"/>
              </a:solidFill>
              <a:round/>
            </a:ln>
          </p:spPr>
        </p:cxnSp>
      </p:gr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4295880" y="2009880"/>
            <a:ext cx="4228560" cy="2904480"/>
          </a:xfrm>
          <a:prstGeom prst="rect">
            <a:avLst/>
          </a:prstGeom>
          <a:noFill/>
          <a:ln w="0">
            <a:noFill/>
          </a:ln>
        </p:spPr>
        <p:txBody>
          <a:bodyPr lIns="91440" rIns="91440" tIns="91440" bIns="91440" anchor="b">
            <a:normAutofit/>
          </a:bodyPr>
          <a:p>
            <a:pPr indent="0">
              <a:lnSpc>
                <a:spcPct val="100000"/>
              </a:lnSpc>
              <a:buNone/>
              <a:tabLst>
                <a:tab algn="l" pos="0"/>
              </a:tabLst>
            </a:pPr>
            <a:r>
              <a:rPr b="0" lang="en-GB" sz="4000" strike="noStrike" u="none">
                <a:solidFill>
                  <a:schemeClr val="dk2"/>
                </a:solidFill>
                <a:effectLst/>
                <a:uFillTx/>
                <a:latin typeface="Anybody"/>
                <a:ea typeface="Anybody"/>
              </a:rPr>
              <a:t>Early Life and Background</a:t>
            </a:r>
            <a:endParaRPr b="0" lang="en-US" sz="4000" strike="noStrike" u="none">
              <a:solidFill>
                <a:schemeClr val="dk1"/>
              </a:solidFill>
              <a:effectLst/>
              <a:uFillTx/>
              <a:latin typeface="Arial"/>
            </a:endParaRPr>
          </a:p>
        </p:txBody>
      </p:sp>
      <p:sp>
        <p:nvSpPr>
          <p:cNvPr id="74" name="PlaceHolder 2"/>
          <p:cNvSpPr>
            <a:spLocks noGrp="1"/>
          </p:cNvSpPr>
          <p:nvPr>
            <p:ph type="title"/>
          </p:nvPr>
        </p:nvSpPr>
        <p:spPr>
          <a:xfrm>
            <a:off x="4295880" y="638280"/>
            <a:ext cx="1647000" cy="913680"/>
          </a:xfrm>
          <a:prstGeom prst="rect">
            <a:avLst/>
          </a:prstGeom>
          <a:noFill/>
          <a:ln w="0">
            <a:noFill/>
          </a:ln>
        </p:spPr>
        <p:txBody>
          <a:bodyPr lIns="91440" rIns="91440" tIns="91440" bIns="91440" anchor="b">
            <a:normAutofit fontScale="85000" lnSpcReduction="9999"/>
          </a:bodyPr>
          <a:p>
            <a:pPr indent="0">
              <a:lnSpc>
                <a:spcPct val="100000"/>
              </a:lnSpc>
              <a:buNone/>
              <a:tabLst>
                <a:tab algn="l" pos="0"/>
              </a:tabLst>
            </a:pPr>
            <a:r>
              <a:rPr b="0" lang="en-GB" sz="6000" strike="noStrike" u="none">
                <a:solidFill>
                  <a:schemeClr val="accent1"/>
                </a:solidFill>
                <a:effectLst/>
                <a:uFillTx/>
                <a:latin typeface="Anybody"/>
                <a:ea typeface="Anybody"/>
              </a:rPr>
              <a:t>01</a:t>
            </a:r>
            <a:endParaRPr b="0" lang="en-US" sz="6000" strike="noStrike" u="none">
              <a:solidFill>
                <a:schemeClr val="dk1"/>
              </a:solidFill>
              <a:effectLst/>
              <a:uFillTx/>
              <a:latin typeface="Arial"/>
            </a:endParaRPr>
          </a:p>
        </p:txBody>
      </p:sp>
      <p:sp>
        <p:nvSpPr>
          <p:cNvPr id="75" name="Google Shape;170;p29" title="3d-tree-with-leaves-branches-displayed-podium.jpg"/>
          <p:cNvSpPr/>
          <p:nvPr/>
        </p:nvSpPr>
        <p:spPr>
          <a:xfrm>
            <a:off x="628560" y="387720"/>
            <a:ext cx="3083040" cy="4754880"/>
          </a:xfrm>
          <a:prstGeom prst="round2SameRect">
            <a:avLst>
              <a:gd name="adj1" fmla="val 16667"/>
              <a:gd name="adj2" fmla="val 0"/>
            </a:avLst>
          </a:prstGeom>
          <a:blipFill rotWithShape="0">
            <a:blip r:embed="rId1"/>
            <a:srcRect/>
            <a:tile tx="0" ty="0" sx="100023" sy="100000" algn="tl"/>
          </a:blipFill>
          <a:ln w="9525">
            <a:solidFill>
              <a:srgbClr val="a14342"/>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rgbClr val="000000"/>
              </a:solidFill>
              <a:effectLst/>
              <a:uFillTx/>
              <a:latin typeface="OpenSymbol"/>
            </a:endParaRPr>
          </a:p>
        </p:txBody>
      </p:sp>
      <p:cxnSp>
        <p:nvCxnSpPr>
          <p:cNvPr id="76" name="Google Shape;171;p29"/>
          <p:cNvCxnSpPr/>
          <p:nvPr/>
        </p:nvCxnSpPr>
        <p:spPr>
          <a:xfrm>
            <a:off x="3712320" y="360"/>
            <a:ext cx="720" cy="5245920"/>
          </a:xfrm>
          <a:prstGeom prst="straightConnector1">
            <a:avLst/>
          </a:prstGeom>
          <a:ln w="9525">
            <a:solidFill>
              <a:srgbClr val="a14342"/>
            </a:solidFill>
            <a:round/>
          </a:ln>
        </p:spPr>
      </p:cxn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714240" y="447840"/>
            <a:ext cx="6552360" cy="1761480"/>
          </a:xfrm>
          <a:prstGeom prst="rect">
            <a:avLst/>
          </a:prstGeom>
          <a:noFill/>
          <a:ln w="0">
            <a:noFill/>
          </a:ln>
        </p:spPr>
        <p:txBody>
          <a:bodyPr lIns="91440" rIns="91440" tIns="91440" bIns="91440" anchor="t">
            <a:normAutofit/>
          </a:bodyPr>
          <a:p>
            <a:pPr indent="0">
              <a:lnSpc>
                <a:spcPct val="100000"/>
              </a:lnSpc>
              <a:buNone/>
              <a:tabLst>
                <a:tab algn="l" pos="0"/>
              </a:tabLst>
            </a:pPr>
            <a:r>
              <a:rPr b="0" lang="en-GB" sz="2600" strike="noStrike" u="none">
                <a:solidFill>
                  <a:schemeClr val="dk2"/>
                </a:solidFill>
                <a:effectLst/>
                <a:uFillTx/>
                <a:latin typeface="Anybody"/>
                <a:ea typeface="Anybody"/>
              </a:rPr>
              <a:t>Family and Childhood</a:t>
            </a:r>
            <a:endParaRPr b="0" lang="en-US" sz="2600" strike="noStrike" u="none">
              <a:solidFill>
                <a:schemeClr val="dk1"/>
              </a:solidFill>
              <a:effectLst/>
              <a:uFillTx/>
              <a:latin typeface="Arial"/>
            </a:endParaRPr>
          </a:p>
        </p:txBody>
      </p:sp>
      <p:sp>
        <p:nvSpPr>
          <p:cNvPr id="78" name="PlaceHolder 2"/>
          <p:cNvSpPr>
            <a:spLocks noGrp="1"/>
          </p:cNvSpPr>
          <p:nvPr>
            <p:ph type="subTitle"/>
          </p:nvPr>
        </p:nvSpPr>
        <p:spPr>
          <a:xfrm>
            <a:off x="4152960" y="2600280"/>
            <a:ext cx="4761720" cy="2313720"/>
          </a:xfrm>
          <a:prstGeom prst="rect">
            <a:avLst/>
          </a:prstGeom>
          <a:noFill/>
          <a:ln w="0">
            <a:noFill/>
          </a:ln>
        </p:spPr>
        <p:txBody>
          <a:bodyPr lIns="91440" rIns="91440" tIns="91440" bIns="91440" anchor="t">
            <a:normAutofit/>
          </a:bodyPr>
          <a:p>
            <a:pPr indent="0" algn="ctr">
              <a:lnSpc>
                <a:spcPct val="100000"/>
              </a:lnSpc>
              <a:buNone/>
              <a:tabLst>
                <a:tab algn="l" pos="0"/>
              </a:tabLst>
            </a:pPr>
            <a:r>
              <a:rPr b="0" lang="en-US" sz="1200" strike="noStrike" u="none">
                <a:solidFill>
                  <a:srgbClr val="000000"/>
                </a:solidFill>
                <a:effectLst/>
                <a:uFillTx/>
                <a:latin typeface="OpenSymbol"/>
              </a:rPr>
              <a:t>I was born in Bungoma County in 2001 to parents from diverse cultural backgrounds. Growing up, I experienced strong family bonds that shaped my values from an early age. My parents’ careers and principles taught me responsibility and adaptability, while the support of my siblings and early exposure to work ethics helped form a solid foundation for my character and ambitions.</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723960" y="447840"/>
            <a:ext cx="4571280" cy="1227960"/>
          </a:xfrm>
          <a:prstGeom prst="rect">
            <a:avLst/>
          </a:prstGeom>
          <a:noFill/>
          <a:ln w="0">
            <a:noFill/>
          </a:ln>
        </p:spPr>
        <p:txBody>
          <a:bodyPr lIns="91440" rIns="91440" tIns="91440" bIns="91440" anchor="t">
            <a:normAutofit/>
          </a:bodyPr>
          <a:p>
            <a:pPr indent="0">
              <a:lnSpc>
                <a:spcPct val="100000"/>
              </a:lnSpc>
              <a:buNone/>
              <a:tabLst>
                <a:tab algn="l" pos="0"/>
              </a:tabLst>
            </a:pPr>
            <a:r>
              <a:rPr b="0" lang="en-GB" sz="2600" strike="noStrike" u="none">
                <a:solidFill>
                  <a:schemeClr val="dk2"/>
                </a:solidFill>
                <a:effectLst/>
                <a:uFillTx/>
                <a:latin typeface="Anybody"/>
                <a:ea typeface="Anybody"/>
              </a:rPr>
              <a:t>Education and Interests</a:t>
            </a:r>
            <a:endParaRPr b="0" lang="en-US" sz="2600" strike="noStrike" u="none">
              <a:solidFill>
                <a:schemeClr val="dk1"/>
              </a:solidFill>
              <a:effectLst/>
              <a:uFillTx/>
              <a:latin typeface="Arial"/>
            </a:endParaRPr>
          </a:p>
        </p:txBody>
      </p:sp>
      <p:sp>
        <p:nvSpPr>
          <p:cNvPr id="80" name="PlaceHolder 2"/>
          <p:cNvSpPr>
            <a:spLocks noGrp="1"/>
          </p:cNvSpPr>
          <p:nvPr>
            <p:ph type="subTitle"/>
          </p:nvPr>
        </p:nvSpPr>
        <p:spPr>
          <a:xfrm>
            <a:off x="714240" y="1790640"/>
            <a:ext cx="4571280" cy="2780640"/>
          </a:xfrm>
          <a:prstGeom prst="rect">
            <a:avLst/>
          </a:prstGeom>
          <a:noFill/>
          <a:ln w="0">
            <a:noFill/>
          </a:ln>
        </p:spPr>
        <p:txBody>
          <a:bodyPr lIns="91440" rIns="91440" tIns="91440" bIns="91440" anchor="t">
            <a:normAutofit/>
          </a:bodyPr>
          <a:p>
            <a:pPr indent="0" algn="ctr">
              <a:lnSpc>
                <a:spcPct val="100000"/>
              </a:lnSpc>
              <a:buNone/>
              <a:tabLst>
                <a:tab algn="l" pos="0"/>
              </a:tabLst>
            </a:pPr>
            <a:r>
              <a:rPr b="0" lang="en-US" sz="1200" strike="noStrike" u="none">
                <a:solidFill>
                  <a:srgbClr val="000000"/>
                </a:solidFill>
                <a:effectLst/>
                <a:uFillTx/>
                <a:latin typeface="OpenSymbol"/>
              </a:rPr>
              <a:t>During my early years, I performed well academically and developed a love for swimming. My curiosity for technology was sparked by my father's laptop. I embraced challenges and explored tech, music, and sports—building a broad and balanced foundation.</a:t>
            </a:r>
            <a:endParaRPr b="0" lang="en-US" sz="1200" strike="noStrike" u="none">
              <a:solidFill>
                <a:srgbClr val="000000"/>
              </a:solidFill>
              <a:effectLst/>
              <a:uFillTx/>
              <a:latin typeface="Arial"/>
            </a:endParaRPr>
          </a:p>
        </p:txBody>
      </p:sp>
      <p:sp>
        <p:nvSpPr>
          <p:cNvPr id="81" name="Google Shape;178;p30" title="minimalist-office-interior-design (1).jpg"/>
          <p:cNvSpPr/>
          <p:nvPr/>
        </p:nvSpPr>
        <p:spPr>
          <a:xfrm>
            <a:off x="5580360" y="411120"/>
            <a:ext cx="3083040" cy="4754880"/>
          </a:xfrm>
          <a:prstGeom prst="roundRect">
            <a:avLst>
              <a:gd name="adj" fmla="val 50000"/>
            </a:avLst>
          </a:prstGeom>
          <a:blipFill rotWithShape="0">
            <a:blip r:embed="rId1"/>
            <a:srcRect/>
            <a:tile tx="0" ty="0" sx="100000" sy="100000" algn="tl"/>
          </a:blipFill>
          <a:ln w="0">
            <a:solidFill>
              <a:srgbClr val="f58e76"/>
            </a:solid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rgbClr val="000000"/>
              </a:solidFill>
              <a:effectLst/>
              <a:uFillTx/>
              <a:latin typeface="OpenSymbol"/>
            </a:endParaRPr>
          </a:p>
        </p:txBody>
      </p:sp>
      <p:grpSp>
        <p:nvGrpSpPr>
          <p:cNvPr id="82" name="Google Shape;179;p30"/>
          <p:cNvGrpSpPr/>
          <p:nvPr/>
        </p:nvGrpSpPr>
        <p:grpSpPr>
          <a:xfrm>
            <a:off x="5520600" y="360"/>
            <a:ext cx="3084120" cy="5245560"/>
            <a:chOff x="5520600" y="360"/>
            <a:chExt cx="3084120" cy="5245560"/>
          </a:xfrm>
        </p:grpSpPr>
        <p:cxnSp>
          <p:nvCxnSpPr>
            <p:cNvPr id="83" name="Google Shape;180;p30"/>
            <p:cNvCxnSpPr/>
            <p:nvPr/>
          </p:nvCxnSpPr>
          <p:spPr>
            <a:xfrm>
              <a:off x="5520600" y="360"/>
              <a:ext cx="720" cy="5245920"/>
            </a:xfrm>
            <a:prstGeom prst="straightConnector1">
              <a:avLst/>
            </a:prstGeom>
            <a:ln w="9525">
              <a:solidFill>
                <a:srgbClr val="a14342"/>
              </a:solidFill>
              <a:round/>
            </a:ln>
          </p:spPr>
        </p:cxnSp>
        <p:cxnSp>
          <p:nvCxnSpPr>
            <p:cNvPr id="84" name="Google Shape;181;p30"/>
            <p:cNvCxnSpPr/>
            <p:nvPr/>
          </p:nvCxnSpPr>
          <p:spPr>
            <a:xfrm>
              <a:off x="8604360" y="360"/>
              <a:ext cx="720" cy="5245920"/>
            </a:xfrm>
            <a:prstGeom prst="straightConnector1">
              <a:avLst/>
            </a:prstGeom>
            <a:ln w="9525">
              <a:solidFill>
                <a:srgbClr val="a14342"/>
              </a:solidFill>
              <a:round/>
            </a:ln>
          </p:spPr>
        </p:cxnSp>
      </p:gr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714240" y="447840"/>
            <a:ext cx="6552360" cy="1761480"/>
          </a:xfrm>
          <a:prstGeom prst="rect">
            <a:avLst/>
          </a:prstGeom>
          <a:noFill/>
          <a:ln w="0">
            <a:noFill/>
          </a:ln>
        </p:spPr>
        <p:txBody>
          <a:bodyPr lIns="91440" rIns="91440" tIns="91440" bIns="91440" anchor="t">
            <a:normAutofit/>
          </a:bodyPr>
          <a:p>
            <a:pPr indent="0">
              <a:lnSpc>
                <a:spcPct val="100000"/>
              </a:lnSpc>
              <a:buNone/>
              <a:tabLst>
                <a:tab algn="l" pos="0"/>
              </a:tabLst>
            </a:pPr>
            <a:r>
              <a:rPr b="0" lang="en-GB" sz="2600" strike="noStrike" u="none">
                <a:solidFill>
                  <a:schemeClr val="dk2"/>
                </a:solidFill>
                <a:effectLst/>
                <a:uFillTx/>
                <a:latin typeface="Anybody"/>
                <a:ea typeface="Anybody"/>
              </a:rPr>
              <a:t>Influential Experiences</a:t>
            </a:r>
            <a:endParaRPr b="0" lang="en-US" sz="2600" strike="noStrike" u="none">
              <a:solidFill>
                <a:schemeClr val="dk1"/>
              </a:solidFill>
              <a:effectLst/>
              <a:uFillTx/>
              <a:latin typeface="Arial"/>
            </a:endParaRPr>
          </a:p>
        </p:txBody>
      </p:sp>
      <p:sp>
        <p:nvSpPr>
          <p:cNvPr id="86" name="PlaceHolder 2"/>
          <p:cNvSpPr>
            <a:spLocks noGrp="1"/>
          </p:cNvSpPr>
          <p:nvPr>
            <p:ph type="subTitle"/>
          </p:nvPr>
        </p:nvSpPr>
        <p:spPr>
          <a:xfrm>
            <a:off x="4152960" y="2600280"/>
            <a:ext cx="4761720" cy="2313720"/>
          </a:xfrm>
          <a:prstGeom prst="rect">
            <a:avLst/>
          </a:prstGeom>
          <a:noFill/>
          <a:ln w="0">
            <a:noFill/>
          </a:ln>
        </p:spPr>
        <p:txBody>
          <a:bodyPr lIns="91440" rIns="91440" tIns="91440" bIns="91440" anchor="t">
            <a:normAutofit/>
          </a:bodyPr>
          <a:p>
            <a:pPr indent="0" algn="ctr">
              <a:lnSpc>
                <a:spcPct val="100000"/>
              </a:lnSpc>
              <a:buNone/>
              <a:tabLst>
                <a:tab algn="l" pos="0"/>
              </a:tabLst>
            </a:pPr>
            <a:r>
              <a:rPr b="0" lang="en-US" sz="1200" strike="noStrike" u="none">
                <a:solidFill>
                  <a:srgbClr val="000000"/>
                </a:solidFill>
                <a:effectLst/>
                <a:uFillTx/>
                <a:latin typeface="OpenSymbol"/>
              </a:rPr>
              <a:t>Growing up, I was deeply influenced by my diverse cultural roots and strong family values. My time at boarding school and early curiosity in tech laid the foundation for resilience and passion. Supportive mentors and personal challenges played a big role in shaping my mindset and ambitions.</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4229640" y="1600200"/>
            <a:ext cx="4228560" cy="2904480"/>
          </a:xfrm>
          <a:prstGeom prst="rect">
            <a:avLst/>
          </a:prstGeom>
          <a:noFill/>
          <a:ln w="0">
            <a:noFill/>
          </a:ln>
        </p:spPr>
        <p:txBody>
          <a:bodyPr lIns="91440" rIns="91440" tIns="91440" bIns="91440" anchor="b">
            <a:normAutofit/>
          </a:bodyPr>
          <a:p>
            <a:pPr indent="0">
              <a:lnSpc>
                <a:spcPct val="100000"/>
              </a:lnSpc>
              <a:buNone/>
              <a:tabLst>
                <a:tab algn="l" pos="0"/>
              </a:tabLst>
            </a:pPr>
            <a:r>
              <a:rPr b="0" lang="en-GB" sz="4000" strike="noStrike" u="none">
                <a:solidFill>
                  <a:schemeClr val="dk2"/>
                </a:solidFill>
                <a:effectLst/>
                <a:uFillTx/>
                <a:latin typeface="Anybody"/>
                <a:ea typeface="Anybody"/>
              </a:rPr>
              <a:t>Personal Growth and Achievements</a:t>
            </a:r>
            <a:endParaRPr b="0" lang="en-US" sz="4000" strike="noStrike" u="none">
              <a:solidFill>
                <a:schemeClr val="dk1"/>
              </a:solidFill>
              <a:effectLst/>
              <a:uFillTx/>
              <a:latin typeface="Arial"/>
            </a:endParaRPr>
          </a:p>
        </p:txBody>
      </p:sp>
      <p:sp>
        <p:nvSpPr>
          <p:cNvPr id="88" name="PlaceHolder 2"/>
          <p:cNvSpPr>
            <a:spLocks noGrp="1"/>
          </p:cNvSpPr>
          <p:nvPr>
            <p:ph type="title"/>
          </p:nvPr>
        </p:nvSpPr>
        <p:spPr>
          <a:xfrm>
            <a:off x="4295880" y="638280"/>
            <a:ext cx="1647000" cy="913680"/>
          </a:xfrm>
          <a:prstGeom prst="rect">
            <a:avLst/>
          </a:prstGeom>
          <a:noFill/>
          <a:ln w="0">
            <a:noFill/>
          </a:ln>
        </p:spPr>
        <p:txBody>
          <a:bodyPr lIns="91440" rIns="91440" tIns="91440" bIns="91440" anchor="b">
            <a:normAutofit fontScale="85000" lnSpcReduction="9999"/>
          </a:bodyPr>
          <a:p>
            <a:pPr indent="0">
              <a:lnSpc>
                <a:spcPct val="100000"/>
              </a:lnSpc>
              <a:buNone/>
              <a:tabLst>
                <a:tab algn="l" pos="0"/>
              </a:tabLst>
            </a:pPr>
            <a:r>
              <a:rPr b="0" lang="en-GB" sz="6000" strike="noStrike" u="none">
                <a:solidFill>
                  <a:schemeClr val="accent1"/>
                </a:solidFill>
                <a:effectLst/>
                <a:uFillTx/>
                <a:latin typeface="Anybody"/>
                <a:ea typeface="Anybody"/>
              </a:rPr>
              <a:t>02</a:t>
            </a:r>
            <a:endParaRPr b="0" lang="en-US" sz="6000" strike="noStrike" u="none">
              <a:solidFill>
                <a:schemeClr val="dk1"/>
              </a:solidFill>
              <a:effectLst/>
              <a:uFillTx/>
              <a:latin typeface="Arial"/>
            </a:endParaRPr>
          </a:p>
        </p:txBody>
      </p:sp>
      <p:sp>
        <p:nvSpPr>
          <p:cNvPr id="89" name="Google Shape;170;p29" title="3d-tree-with-leaves-branches-displayed-podium.jpg"/>
          <p:cNvSpPr/>
          <p:nvPr/>
        </p:nvSpPr>
        <p:spPr>
          <a:xfrm>
            <a:off x="628560" y="387720"/>
            <a:ext cx="3083040" cy="4754880"/>
          </a:xfrm>
          <a:prstGeom prst="round2SameRect">
            <a:avLst>
              <a:gd name="adj1" fmla="val 16667"/>
              <a:gd name="adj2" fmla="val 0"/>
            </a:avLst>
          </a:prstGeom>
          <a:solidFill>
            <a:schemeClr val="bg2"/>
          </a:solidFill>
          <a:ln w="9525">
            <a:solidFill>
              <a:srgbClr val="a14342"/>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rgbClr val="000000"/>
              </a:solidFill>
              <a:effectLst/>
              <a:uFillTx/>
              <a:latin typeface="OpenSymbol"/>
            </a:endParaRPr>
          </a:p>
        </p:txBody>
      </p:sp>
      <p:cxnSp>
        <p:nvCxnSpPr>
          <p:cNvPr id="90" name="Google Shape;171;p29"/>
          <p:cNvCxnSpPr/>
          <p:nvPr/>
        </p:nvCxnSpPr>
        <p:spPr>
          <a:xfrm>
            <a:off x="3712320" y="360"/>
            <a:ext cx="720" cy="5245920"/>
          </a:xfrm>
          <a:prstGeom prst="straightConnector1">
            <a:avLst/>
          </a:prstGeom>
          <a:ln w="9525">
            <a:solidFill>
              <a:srgbClr val="a14342"/>
            </a:solidFill>
            <a:round/>
          </a:ln>
        </p:spPr>
      </p:cxn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723960" y="447840"/>
            <a:ext cx="4571280" cy="1227960"/>
          </a:xfrm>
          <a:prstGeom prst="rect">
            <a:avLst/>
          </a:prstGeom>
          <a:noFill/>
          <a:ln w="0">
            <a:noFill/>
          </a:ln>
        </p:spPr>
        <p:txBody>
          <a:bodyPr lIns="91440" rIns="91440" tIns="91440" bIns="91440" anchor="t">
            <a:normAutofit/>
          </a:bodyPr>
          <a:p>
            <a:pPr indent="0">
              <a:lnSpc>
                <a:spcPct val="100000"/>
              </a:lnSpc>
              <a:buNone/>
              <a:tabLst>
                <a:tab algn="l" pos="0"/>
              </a:tabLst>
            </a:pPr>
            <a:r>
              <a:rPr b="0" lang="en-GB" sz="2600" strike="noStrike" u="none">
                <a:solidFill>
                  <a:schemeClr val="dk2"/>
                </a:solidFill>
                <a:effectLst/>
                <a:uFillTx/>
                <a:latin typeface="Anybody"/>
                <a:ea typeface="Anybody"/>
              </a:rPr>
              <a:t>Career Progression</a:t>
            </a:r>
            <a:endParaRPr b="0" lang="en-US" sz="2600" strike="noStrike" u="none">
              <a:solidFill>
                <a:schemeClr val="dk1"/>
              </a:solidFill>
              <a:effectLst/>
              <a:uFillTx/>
              <a:latin typeface="Arial"/>
            </a:endParaRPr>
          </a:p>
        </p:txBody>
      </p:sp>
      <p:sp>
        <p:nvSpPr>
          <p:cNvPr id="92" name="PlaceHolder 2"/>
          <p:cNvSpPr>
            <a:spLocks noGrp="1"/>
          </p:cNvSpPr>
          <p:nvPr>
            <p:ph type="subTitle"/>
          </p:nvPr>
        </p:nvSpPr>
        <p:spPr>
          <a:xfrm>
            <a:off x="714240" y="1790640"/>
            <a:ext cx="4571280" cy="2780640"/>
          </a:xfrm>
          <a:prstGeom prst="rect">
            <a:avLst/>
          </a:prstGeom>
          <a:noFill/>
          <a:ln w="0">
            <a:noFill/>
          </a:ln>
        </p:spPr>
        <p:txBody>
          <a:bodyPr lIns="91440" rIns="91440" tIns="91440" bIns="91440" anchor="t">
            <a:normAutofit/>
          </a:bodyPr>
          <a:p>
            <a:pPr indent="0" algn="ctr">
              <a:lnSpc>
                <a:spcPct val="100000"/>
              </a:lnSpc>
              <a:buNone/>
              <a:tabLst>
                <a:tab algn="l" pos="0"/>
              </a:tabLst>
            </a:pPr>
            <a:r>
              <a:rPr b="0" lang="en-US" sz="1200" strike="noStrike" u="none">
                <a:solidFill>
                  <a:srgbClr val="000000"/>
                </a:solidFill>
                <a:effectLst/>
                <a:uFillTx/>
                <a:latin typeface="OpenSymbol"/>
              </a:rPr>
              <a:t>My career journey began at Dedan Kimathi University, where I studied Computer Science and discovered a deep passion for cloud computing. Through hands-on projects, internships, and active involvement in the tech community, I sharpened my technical skills and broadened my perspective. I look forward to building a career as a cloud engineer—blending technology with practical innovation to solve real-world problems.</a:t>
            </a:r>
            <a:endParaRPr b="0" lang="en-US" sz="1200" strike="noStrike" u="none">
              <a:solidFill>
                <a:srgbClr val="000000"/>
              </a:solidFill>
              <a:effectLst/>
              <a:uFillTx/>
              <a:latin typeface="Arial"/>
            </a:endParaRPr>
          </a:p>
        </p:txBody>
      </p:sp>
      <p:sp>
        <p:nvSpPr>
          <p:cNvPr id="93" name="Google Shape;178;p30" title="minimalist-office-interior-design (1).jpg"/>
          <p:cNvSpPr/>
          <p:nvPr/>
        </p:nvSpPr>
        <p:spPr>
          <a:xfrm>
            <a:off x="5520600" y="387720"/>
            <a:ext cx="3083040" cy="4754880"/>
          </a:xfrm>
          <a:prstGeom prst="roundRect">
            <a:avLst>
              <a:gd name="adj" fmla="val 50000"/>
            </a:avLst>
          </a:prstGeom>
          <a:blipFill rotWithShape="0">
            <a:blip r:embed="rId1"/>
            <a:srcRect/>
            <a:tile tx="0" ty="0" sx="100000" sy="100000" algn="tl"/>
          </a:blip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rgbClr val="000000"/>
              </a:solidFill>
              <a:effectLst/>
              <a:uFillTx/>
              <a:latin typeface="OpenSymbol"/>
            </a:endParaRPr>
          </a:p>
        </p:txBody>
      </p:sp>
      <p:grpSp>
        <p:nvGrpSpPr>
          <p:cNvPr id="94" name="Google Shape;179;p30"/>
          <p:cNvGrpSpPr/>
          <p:nvPr/>
        </p:nvGrpSpPr>
        <p:grpSpPr>
          <a:xfrm>
            <a:off x="5520600" y="360"/>
            <a:ext cx="3084120" cy="5245560"/>
            <a:chOff x="5520600" y="360"/>
            <a:chExt cx="3084120" cy="5245560"/>
          </a:xfrm>
        </p:grpSpPr>
        <p:cxnSp>
          <p:nvCxnSpPr>
            <p:cNvPr id="95" name="Google Shape;180;p30"/>
            <p:cNvCxnSpPr/>
            <p:nvPr/>
          </p:nvCxnSpPr>
          <p:spPr>
            <a:xfrm>
              <a:off x="5520600" y="360"/>
              <a:ext cx="720" cy="5245920"/>
            </a:xfrm>
            <a:prstGeom prst="straightConnector1">
              <a:avLst/>
            </a:prstGeom>
            <a:ln w="9525">
              <a:solidFill>
                <a:srgbClr val="a14342"/>
              </a:solidFill>
              <a:round/>
            </a:ln>
          </p:spPr>
        </p:cxnSp>
        <p:cxnSp>
          <p:nvCxnSpPr>
            <p:cNvPr id="96" name="Google Shape;181;p30"/>
            <p:cNvCxnSpPr/>
            <p:nvPr/>
          </p:nvCxnSpPr>
          <p:spPr>
            <a:xfrm>
              <a:off x="8604360" y="360"/>
              <a:ext cx="720" cy="5245920"/>
            </a:xfrm>
            <a:prstGeom prst="straightConnector1">
              <a:avLst/>
            </a:prstGeom>
            <a:ln w="9525">
              <a:solidFill>
                <a:srgbClr val="a14342"/>
              </a:solidFill>
              <a:round/>
            </a:ln>
          </p:spPr>
        </p:cxnSp>
      </p:gr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714240" y="447840"/>
            <a:ext cx="6552360" cy="1761480"/>
          </a:xfrm>
          <a:prstGeom prst="rect">
            <a:avLst/>
          </a:prstGeom>
          <a:noFill/>
          <a:ln w="0">
            <a:noFill/>
          </a:ln>
        </p:spPr>
        <p:txBody>
          <a:bodyPr lIns="91440" rIns="91440" tIns="91440" bIns="91440" anchor="t">
            <a:normAutofit/>
          </a:bodyPr>
          <a:p>
            <a:pPr indent="0">
              <a:lnSpc>
                <a:spcPct val="100000"/>
              </a:lnSpc>
              <a:buNone/>
              <a:tabLst>
                <a:tab algn="l" pos="0"/>
              </a:tabLst>
            </a:pPr>
            <a:r>
              <a:rPr b="0" lang="en-GB" sz="2600" strike="noStrike" u="none">
                <a:solidFill>
                  <a:schemeClr val="dk2"/>
                </a:solidFill>
                <a:effectLst/>
                <a:uFillTx/>
                <a:latin typeface="Anybody"/>
                <a:ea typeface="Anybody"/>
              </a:rPr>
              <a:t>Key Challenges Overcome</a:t>
            </a:r>
            <a:endParaRPr b="0" lang="en-US" sz="2600" strike="noStrike" u="none">
              <a:solidFill>
                <a:schemeClr val="dk1"/>
              </a:solidFill>
              <a:effectLst/>
              <a:uFillTx/>
              <a:latin typeface="Arial"/>
            </a:endParaRPr>
          </a:p>
        </p:txBody>
      </p:sp>
      <p:sp>
        <p:nvSpPr>
          <p:cNvPr id="98" name="PlaceHolder 2"/>
          <p:cNvSpPr>
            <a:spLocks noGrp="1"/>
          </p:cNvSpPr>
          <p:nvPr>
            <p:ph type="subTitle"/>
          </p:nvPr>
        </p:nvSpPr>
        <p:spPr>
          <a:xfrm>
            <a:off x="2286000" y="2600280"/>
            <a:ext cx="4761720" cy="2313720"/>
          </a:xfrm>
          <a:prstGeom prst="rect">
            <a:avLst/>
          </a:prstGeom>
          <a:noFill/>
          <a:ln w="0">
            <a:noFill/>
          </a:ln>
        </p:spPr>
        <p:txBody>
          <a:bodyPr lIns="91440" rIns="91440" tIns="91440" bIns="91440" anchor="t">
            <a:normAutofit fontScale="92500" lnSpcReduction="9999"/>
          </a:bodyPr>
          <a:p>
            <a:pPr indent="0" algn="ctr">
              <a:lnSpc>
                <a:spcPct val="100000"/>
              </a:lnSpc>
              <a:buNone/>
              <a:tabLst>
                <a:tab algn="l" pos="0"/>
              </a:tabLst>
            </a:pPr>
            <a:r>
              <a:rPr b="0" lang="en-US" sz="1200" strike="noStrike" u="none">
                <a:solidFill>
                  <a:srgbClr val="000000"/>
                </a:solidFill>
                <a:effectLst/>
                <a:uFillTx/>
                <a:latin typeface="OpenSymbol"/>
              </a:rPr>
              <a:t>During my early years at university, I was diagnosed with a serious illness that led to several hospital admissions and ultimately forced me to take a two-year break from my studies. It was one of the most difficult periods of my life, but it taught me invaluable lessons about the importance of health, mental strength, and perseverance. Thanks to the unwavering support of my family, mentors, and faith, I returned stronger—more focused, grounded, and determined to succeed. Learning to adapt to uncertainty and rebuild momentum shaped both my personal resilience and academic journey.</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714240" y="447840"/>
            <a:ext cx="6552360" cy="1761480"/>
          </a:xfrm>
          <a:prstGeom prst="rect">
            <a:avLst/>
          </a:prstGeom>
          <a:noFill/>
          <a:ln w="0">
            <a:noFill/>
          </a:ln>
        </p:spPr>
        <p:txBody>
          <a:bodyPr lIns="91440" rIns="91440" tIns="91440" bIns="91440" anchor="t">
            <a:normAutofit/>
          </a:bodyPr>
          <a:p>
            <a:pPr indent="0">
              <a:lnSpc>
                <a:spcPct val="100000"/>
              </a:lnSpc>
              <a:buNone/>
              <a:tabLst>
                <a:tab algn="l" pos="0"/>
              </a:tabLst>
            </a:pPr>
            <a:r>
              <a:rPr b="0" lang="en-GB" sz="2600" strike="noStrike" u="none">
                <a:solidFill>
                  <a:schemeClr val="dk2"/>
                </a:solidFill>
                <a:effectLst/>
                <a:uFillTx/>
                <a:latin typeface="Anybody"/>
                <a:ea typeface="Anybody"/>
              </a:rPr>
              <a:t>Milestones and Successes</a:t>
            </a:r>
            <a:endParaRPr b="0" lang="en-US" sz="2600" strike="noStrike" u="none">
              <a:solidFill>
                <a:schemeClr val="dk1"/>
              </a:solidFill>
              <a:effectLst/>
              <a:uFillTx/>
              <a:latin typeface="Arial"/>
            </a:endParaRPr>
          </a:p>
        </p:txBody>
      </p:sp>
      <p:sp>
        <p:nvSpPr>
          <p:cNvPr id="100" name="PlaceHolder 2"/>
          <p:cNvSpPr>
            <a:spLocks noGrp="1"/>
          </p:cNvSpPr>
          <p:nvPr>
            <p:ph type="subTitle"/>
          </p:nvPr>
        </p:nvSpPr>
        <p:spPr>
          <a:xfrm>
            <a:off x="496080" y="2514600"/>
            <a:ext cx="4761720" cy="2313720"/>
          </a:xfrm>
          <a:prstGeom prst="rect">
            <a:avLst/>
          </a:prstGeom>
          <a:noFill/>
          <a:ln w="0">
            <a:noFill/>
          </a:ln>
        </p:spPr>
        <p:txBody>
          <a:bodyPr lIns="91440" rIns="91440" tIns="91440" bIns="91440" anchor="t">
            <a:normAutofit/>
          </a:bodyPr>
          <a:p>
            <a:pPr indent="0" algn="ctr">
              <a:lnSpc>
                <a:spcPct val="100000"/>
              </a:lnSpc>
              <a:buNone/>
              <a:tabLst>
                <a:tab algn="l" pos="0"/>
              </a:tabLst>
            </a:pPr>
            <a:r>
              <a:rPr b="0" lang="en-US" sz="1200" strike="noStrike" u="none">
                <a:solidFill>
                  <a:srgbClr val="000000"/>
                </a:solidFill>
                <a:effectLst/>
                <a:uFillTx/>
                <a:latin typeface="OpenSymbol"/>
              </a:rPr>
              <a:t>I’ve consistently excelled academically, earning top grades and recognition throughout my education. One of my proudest achievements was developing an AR Virtual Physics Simulation project, which highlighted my coding and problem-solving skills. My industrial attachment and mentorship experiences further validated my dedication and prepared me for the tech industry.</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714240" y="447840"/>
            <a:ext cx="6552360" cy="1761480"/>
          </a:xfrm>
          <a:prstGeom prst="rect">
            <a:avLst/>
          </a:prstGeom>
          <a:noFill/>
          <a:ln w="0">
            <a:noFill/>
          </a:ln>
        </p:spPr>
        <p:txBody>
          <a:bodyPr lIns="91440" rIns="91440" tIns="91440" bIns="91440" anchor="t">
            <a:normAutofit/>
          </a:bodyPr>
          <a:p>
            <a:pPr indent="0">
              <a:lnSpc>
                <a:spcPct val="100000"/>
              </a:lnSpc>
              <a:buNone/>
              <a:tabLst>
                <a:tab algn="l" pos="0"/>
              </a:tabLst>
            </a:pPr>
            <a:r>
              <a:rPr b="0" lang="en-GB" sz="2600" strike="noStrike" u="none">
                <a:solidFill>
                  <a:schemeClr val="dk2"/>
                </a:solidFill>
                <a:effectLst/>
                <a:uFillTx/>
                <a:latin typeface="Anybody"/>
                <a:ea typeface="Anybody"/>
              </a:rPr>
              <a:t>Conclusions</a:t>
            </a:r>
            <a:endParaRPr b="0" lang="en-US" sz="2600" strike="noStrike" u="none">
              <a:solidFill>
                <a:schemeClr val="dk1"/>
              </a:solidFill>
              <a:effectLst/>
              <a:uFillTx/>
              <a:latin typeface="Arial"/>
            </a:endParaRPr>
          </a:p>
        </p:txBody>
      </p:sp>
      <p:sp>
        <p:nvSpPr>
          <p:cNvPr id="102" name="PlaceHolder 2"/>
          <p:cNvSpPr>
            <a:spLocks noGrp="1"/>
          </p:cNvSpPr>
          <p:nvPr>
            <p:ph type="subTitle"/>
          </p:nvPr>
        </p:nvSpPr>
        <p:spPr>
          <a:xfrm>
            <a:off x="457200" y="2743200"/>
            <a:ext cx="4761720" cy="2313720"/>
          </a:xfrm>
          <a:prstGeom prst="rect">
            <a:avLst/>
          </a:prstGeom>
          <a:noFill/>
          <a:ln w="0">
            <a:noFill/>
          </a:ln>
        </p:spPr>
        <p:txBody>
          <a:bodyPr lIns="91440" rIns="91440" tIns="91440" bIns="91440" anchor="t">
            <a:normAutofit/>
          </a:bodyPr>
          <a:p>
            <a:pPr indent="0" algn="ctr">
              <a:lnSpc>
                <a:spcPct val="100000"/>
              </a:lnSpc>
              <a:buNone/>
              <a:tabLst>
                <a:tab algn="l" pos="0"/>
              </a:tabLst>
            </a:pPr>
            <a:r>
              <a:rPr b="0" lang="en-US" sz="1200" strike="noStrike" u="none">
                <a:solidFill>
                  <a:srgbClr val="000000"/>
                </a:solidFill>
                <a:effectLst/>
                <a:uFillTx/>
                <a:latin typeface="OpenSymbol"/>
              </a:rPr>
              <a:t>My journey is one of resilience, growth, and purpose. From the early influence of my family to overcoming health challenges and pursuing innovations in technology, I’ve built a strong and grounded foundation. I’m committed to using my skills to make a meaningful impact in both technology and agriculture—driven by passion, compassion, and a clear vision for the future.</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961920" y="752400"/>
            <a:ext cx="4895280" cy="723240"/>
          </a:xfrm>
          <a:prstGeom prst="rect">
            <a:avLst/>
          </a:prstGeom>
          <a:noFill/>
          <a:ln w="0">
            <a:noFill/>
          </a:ln>
        </p:spPr>
        <p:txBody>
          <a:bodyPr lIns="91440" rIns="91440" tIns="91440" bIns="91440" anchor="b">
            <a:normAutofit fontScale="92500" lnSpcReduction="9999"/>
          </a:bodyPr>
          <a:p>
            <a:pPr indent="0">
              <a:lnSpc>
                <a:spcPct val="100000"/>
              </a:lnSpc>
              <a:buNone/>
              <a:tabLst>
                <a:tab algn="l" pos="0"/>
              </a:tabLst>
            </a:pPr>
            <a:r>
              <a:rPr b="0" lang="en-GB" sz="4000" strike="noStrike" u="none">
                <a:solidFill>
                  <a:schemeClr val="dk2"/>
                </a:solidFill>
                <a:effectLst/>
                <a:uFillTx/>
                <a:latin typeface="Anybody"/>
                <a:ea typeface="Anybody"/>
              </a:rPr>
              <a:t>Thank you!</a:t>
            </a:r>
            <a:endParaRPr b="0" lang="en-US" sz="4000" strike="noStrike" u="none">
              <a:solidFill>
                <a:schemeClr val="dk1"/>
              </a:solidFill>
              <a:effectLst/>
              <a:uFillTx/>
              <a:latin typeface="Arial"/>
            </a:endParaRPr>
          </a:p>
        </p:txBody>
      </p:sp>
      <p:sp>
        <p:nvSpPr>
          <p:cNvPr id="104" name="PlaceHolder 2"/>
          <p:cNvSpPr>
            <a:spLocks noGrp="1"/>
          </p:cNvSpPr>
          <p:nvPr>
            <p:ph type="subTitle"/>
          </p:nvPr>
        </p:nvSpPr>
        <p:spPr>
          <a:xfrm>
            <a:off x="961920" y="1447920"/>
            <a:ext cx="4895280" cy="1056600"/>
          </a:xfrm>
          <a:prstGeom prst="rect">
            <a:avLst/>
          </a:prstGeom>
          <a:noFill/>
          <a:ln w="0">
            <a:noFill/>
          </a:ln>
        </p:spPr>
        <p:txBody>
          <a:bodyPr lIns="91440" rIns="91440" tIns="91440" bIns="91440" anchor="t">
            <a:normAutofit/>
          </a:bodyPr>
          <a:p>
            <a:pPr indent="0">
              <a:lnSpc>
                <a:spcPct val="100000"/>
              </a:lnSpc>
              <a:buNone/>
              <a:tabLst>
                <a:tab algn="l" pos="0"/>
              </a:tabLst>
            </a:pPr>
            <a:r>
              <a:rPr b="1" lang="en-GB" sz="1400" strike="noStrike" u="none">
                <a:solidFill>
                  <a:schemeClr val="dk1"/>
                </a:solidFill>
                <a:effectLst/>
                <a:uFillTx/>
                <a:latin typeface="Open Sans"/>
                <a:ea typeface="Open Sans"/>
              </a:rPr>
              <a:t>Do you have any questions?</a:t>
            </a:r>
            <a:endParaRPr b="0" lang="en-US" sz="1400" strike="noStrike" u="none">
              <a:solidFill>
                <a:srgbClr val="000000"/>
              </a:solidFill>
              <a:effectLst/>
              <a:uFillTx/>
              <a:latin typeface="Arial"/>
            </a:endParaRPr>
          </a:p>
          <a:p>
            <a:pPr indent="0">
              <a:lnSpc>
                <a:spcPct val="100000"/>
              </a:lnSpc>
              <a:buNone/>
              <a:tabLst>
                <a:tab algn="l" pos="0"/>
              </a:tabLst>
            </a:pPr>
            <a:r>
              <a:rPr b="1" lang="en-GB" sz="1400" strike="noStrike" u="none">
                <a:solidFill>
                  <a:schemeClr val="dk1"/>
                </a:solidFill>
                <a:effectLst/>
                <a:uFillTx/>
                <a:latin typeface="Open Sans"/>
                <a:ea typeface="Open Sans"/>
              </a:rPr>
              <a:t>tonykimathi8121@gmail.com</a:t>
            </a:r>
            <a:endParaRPr b="0" lang="en-US" sz="1400" strike="noStrike" u="none">
              <a:solidFill>
                <a:srgbClr val="000000"/>
              </a:solidFill>
              <a:effectLst/>
              <a:uFillTx/>
              <a:latin typeface="Arial"/>
            </a:endParaRPr>
          </a:p>
        </p:txBody>
      </p:sp>
      <p:grpSp>
        <p:nvGrpSpPr>
          <p:cNvPr id="105" name="Google Shape;298;p38"/>
          <p:cNvGrpSpPr/>
          <p:nvPr/>
        </p:nvGrpSpPr>
        <p:grpSpPr>
          <a:xfrm>
            <a:off x="1152000" y="2960640"/>
            <a:ext cx="275400" cy="275400"/>
            <a:chOff x="1152000" y="2960640"/>
            <a:chExt cx="275400" cy="275400"/>
          </a:xfrm>
        </p:grpSpPr>
        <p:sp>
          <p:nvSpPr>
            <p:cNvPr id="106" name="Google Shape;299;p38"/>
            <p:cNvSpPr/>
            <p:nvPr/>
          </p:nvSpPr>
          <p:spPr>
            <a:xfrm>
              <a:off x="1152000" y="2960640"/>
              <a:ext cx="275400" cy="275400"/>
            </a:xfrm>
            <a:custGeom>
              <a:avLst/>
              <a:gdLst>
                <a:gd name="textAreaLeft" fmla="*/ 0 w 275400"/>
                <a:gd name="textAreaRight" fmla="*/ 276120 w 275400"/>
                <a:gd name="textAreaTop" fmla="*/ 0 h 275400"/>
                <a:gd name="textAreaBottom" fmla="*/ 276120 h 27540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2"/>
            </a:solidFill>
            <a:ln w="0">
              <a:noFill/>
            </a:ln>
          </p:spPr>
          <p:style>
            <a:lnRef idx="0"/>
            <a:fillRef idx="0"/>
            <a:effectRef idx="0"/>
            <a:fontRef idx="minor"/>
          </p:style>
          <p:txBody>
            <a:bodyPr lIns="90000" rIns="90000"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7" name="Google Shape;300;p38"/>
            <p:cNvSpPr/>
            <p:nvPr/>
          </p:nvSpPr>
          <p:spPr>
            <a:xfrm>
              <a:off x="1216080" y="3026160"/>
              <a:ext cx="146520" cy="143640"/>
            </a:xfrm>
            <a:custGeom>
              <a:avLst/>
              <a:gdLst>
                <a:gd name="textAreaLeft" fmla="*/ 0 w 146520"/>
                <a:gd name="textAreaRight" fmla="*/ 147240 w 146520"/>
                <a:gd name="textAreaTop" fmla="*/ 0 h 143640"/>
                <a:gd name="textAreaBottom" fmla="*/ 144360 h 14364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2"/>
            </a:solidFill>
            <a:ln w="0">
              <a:noFill/>
            </a:ln>
          </p:spPr>
          <p:style>
            <a:lnRef idx="0"/>
            <a:fillRef idx="0"/>
            <a:effectRef idx="0"/>
            <a:fontRef idx="minor"/>
          </p:style>
          <p:txBody>
            <a:bodyPr lIns="90000" rIns="90000" tIns="72000" bIns="72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8" name="Google Shape;301;p38"/>
            <p:cNvSpPr/>
            <p:nvPr/>
          </p:nvSpPr>
          <p:spPr>
            <a:xfrm>
              <a:off x="1346040" y="2996280"/>
              <a:ext cx="37080" cy="36720"/>
            </a:xfrm>
            <a:custGeom>
              <a:avLst/>
              <a:gdLst>
                <a:gd name="textAreaLeft" fmla="*/ 0 w 37080"/>
                <a:gd name="textAreaRight" fmla="*/ 37800 w 37080"/>
                <a:gd name="textAreaTop" fmla="*/ 0 h 36720"/>
                <a:gd name="textAreaBottom" fmla="*/ 37440 h 3672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2"/>
            </a:solidFill>
            <a:ln w="0">
              <a:noFill/>
            </a:ln>
          </p:spPr>
          <p:style>
            <a:lnRef idx="0"/>
            <a:fillRef idx="0"/>
            <a:effectRef idx="0"/>
            <a:fontRef idx="minor"/>
          </p:style>
          <p:txBody>
            <a:bodyPr lIns="90000" rIns="90000" tIns="18720" bIns="18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09" name="Google Shape;302;p38"/>
          <p:cNvGrpSpPr/>
          <p:nvPr/>
        </p:nvGrpSpPr>
        <p:grpSpPr>
          <a:xfrm>
            <a:off x="2018160" y="2979360"/>
            <a:ext cx="266040" cy="237960"/>
            <a:chOff x="2018160" y="2979360"/>
            <a:chExt cx="266040" cy="237960"/>
          </a:xfrm>
        </p:grpSpPr>
        <p:sp>
          <p:nvSpPr>
            <p:cNvPr id="110" name="Google Shape;303;p38"/>
            <p:cNvSpPr/>
            <p:nvPr/>
          </p:nvSpPr>
          <p:spPr>
            <a:xfrm>
              <a:off x="2027160" y="3063600"/>
              <a:ext cx="60480" cy="153720"/>
            </a:xfrm>
            <a:custGeom>
              <a:avLst/>
              <a:gdLst>
                <a:gd name="textAreaLeft" fmla="*/ 0 w 60480"/>
                <a:gd name="textAreaRight" fmla="*/ 61200 w 60480"/>
                <a:gd name="textAreaTop" fmla="*/ 0 h 153720"/>
                <a:gd name="textAreaBottom" fmla="*/ 154440 h 15372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2"/>
            </a:solidFill>
            <a:ln w="0">
              <a:noFill/>
            </a:ln>
          </p:spPr>
          <p:style>
            <a:lnRef idx="0"/>
            <a:fillRef idx="0"/>
            <a:effectRef idx="0"/>
            <a:fontRef idx="minor"/>
          </p:style>
          <p:txBody>
            <a:bodyPr lIns="90000" rIns="90000" tIns="77040" bIns="77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1" name="Google Shape;304;p38"/>
            <p:cNvSpPr/>
            <p:nvPr/>
          </p:nvSpPr>
          <p:spPr>
            <a:xfrm>
              <a:off x="2018160" y="2979360"/>
              <a:ext cx="69840" cy="69840"/>
            </a:xfrm>
            <a:custGeom>
              <a:avLst/>
              <a:gdLst>
                <a:gd name="textAreaLeft" fmla="*/ 0 w 69840"/>
                <a:gd name="textAreaRight" fmla="*/ 70560 w 69840"/>
                <a:gd name="textAreaTop" fmla="*/ 0 h 69840"/>
                <a:gd name="textAreaBottom" fmla="*/ 70560 h 6984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2"/>
            </a:solidFill>
            <a:ln w="0">
              <a:noFill/>
            </a:ln>
          </p:spPr>
          <p:style>
            <a:lnRef idx="0"/>
            <a:fillRef idx="0"/>
            <a:effectRef idx="0"/>
            <a:fontRef idx="minor"/>
          </p:style>
          <p:txBody>
            <a:bodyPr lIns="90000" rIns="90000" tIns="35280" bIns="35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2" name="Google Shape;305;p38"/>
            <p:cNvSpPr/>
            <p:nvPr/>
          </p:nvSpPr>
          <p:spPr>
            <a:xfrm>
              <a:off x="2120760" y="3063600"/>
              <a:ext cx="163440" cy="153720"/>
            </a:xfrm>
            <a:custGeom>
              <a:avLst/>
              <a:gdLst>
                <a:gd name="textAreaLeft" fmla="*/ 0 w 163440"/>
                <a:gd name="textAreaRight" fmla="*/ 164160 w 163440"/>
                <a:gd name="textAreaTop" fmla="*/ 0 h 153720"/>
                <a:gd name="textAreaBottom" fmla="*/ 154440 h 15372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2"/>
            </a:solidFill>
            <a:ln w="0">
              <a:noFill/>
            </a:ln>
          </p:spPr>
          <p:style>
            <a:lnRef idx="0"/>
            <a:fillRef idx="0"/>
            <a:effectRef idx="0"/>
            <a:fontRef idx="minor"/>
          </p:style>
          <p:txBody>
            <a:bodyPr lIns="90000" rIns="90000" tIns="77040" bIns="77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13" name="Google Shape;306;p38"/>
          <p:cNvSpPr/>
          <p:nvPr/>
        </p:nvSpPr>
        <p:spPr>
          <a:xfrm>
            <a:off x="2881800" y="2979720"/>
            <a:ext cx="290880" cy="237240"/>
          </a:xfrm>
          <a:custGeom>
            <a:avLst/>
            <a:gdLst>
              <a:gd name="textAreaLeft" fmla="*/ 0 w 290880"/>
              <a:gd name="textAreaRight" fmla="*/ 291600 w 290880"/>
              <a:gd name="textAreaTop" fmla="*/ 0 h 237240"/>
              <a:gd name="textAreaBottom" fmla="*/ 237960 h 237240"/>
            </a:gdLst>
            <a:ahLst/>
            <a:cxnLst/>
            <a:rect l="textAreaLeft" t="textAreaTop" r="textAreaRight" b="textAreaBottom"/>
            <a:pathLst>
              <a:path w="7144" h="5835">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dk2"/>
          </a:solidFill>
          <a:ln w="0">
            <a:noFill/>
          </a:ln>
        </p:spPr>
        <p:style>
          <a:lnRef idx="0"/>
          <a:fillRef idx="0"/>
          <a:effectRef idx="0"/>
          <a:fontRef idx="minor"/>
        </p:style>
        <p:txBody>
          <a:bodyPr lIns="90000" rIns="90000"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4" name="Google Shape;307;p38"/>
          <p:cNvSpPr/>
          <p:nvPr/>
        </p:nvSpPr>
        <p:spPr>
          <a:xfrm>
            <a:off x="1038240" y="4210200"/>
            <a:ext cx="4152240" cy="2563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GB" sz="1000" strike="noStrike" u="none">
                <a:solidFill>
                  <a:schemeClr val="dk1"/>
                </a:solidFill>
                <a:effectLst/>
                <a:uFillTx/>
                <a:latin typeface="Arial"/>
              </a:rPr>
              <a:t>+00 000 000 000</a:t>
            </a:r>
            <a:endParaRPr b="0" lang="en-US" sz="1000" strike="noStrike" u="none">
              <a:solidFill>
                <a:srgbClr val="000000"/>
              </a:solidFill>
              <a:effectLst/>
              <a:uFillTx/>
              <a:latin typeface="Arial"/>
            </a:endParaRPr>
          </a:p>
        </p:txBody>
      </p:sp>
      <p:grpSp>
        <p:nvGrpSpPr>
          <p:cNvPr id="115" name="Google Shape;308;p38"/>
          <p:cNvGrpSpPr/>
          <p:nvPr/>
        </p:nvGrpSpPr>
        <p:grpSpPr>
          <a:xfrm>
            <a:off x="-6120" y="2793240"/>
            <a:ext cx="9175680" cy="610920"/>
            <a:chOff x="-6120" y="2793240"/>
            <a:chExt cx="9175680" cy="610920"/>
          </a:xfrm>
        </p:grpSpPr>
        <p:cxnSp>
          <p:nvCxnSpPr>
            <p:cNvPr id="116" name="Google Shape;309;p38"/>
            <p:cNvCxnSpPr/>
            <p:nvPr/>
          </p:nvCxnSpPr>
          <p:spPr>
            <a:xfrm>
              <a:off x="-6120" y="2793240"/>
              <a:ext cx="9176040" cy="720"/>
            </a:xfrm>
            <a:prstGeom prst="straightConnector1">
              <a:avLst/>
            </a:prstGeom>
            <a:ln w="9525">
              <a:solidFill>
                <a:srgbClr val="a14342"/>
              </a:solidFill>
              <a:round/>
            </a:ln>
          </p:spPr>
        </p:cxnSp>
        <p:cxnSp>
          <p:nvCxnSpPr>
            <p:cNvPr id="117" name="Google Shape;310;p38"/>
            <p:cNvCxnSpPr/>
            <p:nvPr/>
          </p:nvCxnSpPr>
          <p:spPr>
            <a:xfrm>
              <a:off x="-6120" y="3403800"/>
              <a:ext cx="9176040" cy="720"/>
            </a:xfrm>
            <a:prstGeom prst="straightConnector1">
              <a:avLst/>
            </a:prstGeom>
            <a:ln w="9525">
              <a:solidFill>
                <a:srgbClr val="a14342"/>
              </a:solidFill>
              <a:round/>
            </a:ln>
          </p:spPr>
        </p:cxnSp>
      </p:grpSp>
      <p:sp>
        <p:nvSpPr>
          <p:cNvPr id="118" name="Text Box 2"/>
          <p:cNvSpPr/>
          <p:nvPr/>
        </p:nvSpPr>
        <p:spPr>
          <a:xfrm>
            <a:off x="952560" y="3590280"/>
            <a:ext cx="4426920" cy="876600"/>
          </a:xfrm>
          <a:prstGeom prst="rect">
            <a:avLst/>
          </a:prstGeom>
          <a:solidFill>
            <a:schemeClr val="tx1">
              <a:lumMod val="10000"/>
              <a:lumOff val="90000"/>
            </a:schemeClr>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inimalist Aesthetic by Slidesgo">
  <a:themeElements>
    <a:clrScheme name="Simple Light">
      <a:dk1>
        <a:srgbClr val="332e2a"/>
      </a:dk1>
      <a:lt1>
        <a:srgbClr val="f1ebe3"/>
      </a:lt1>
      <a:dk2>
        <a:srgbClr val="a14342"/>
      </a:dk2>
      <a:lt2>
        <a:srgbClr val="e2e2e2"/>
      </a:lt2>
      <a:accent1>
        <a:srgbClr val="9e7961"/>
      </a:accent1>
      <a:accent2>
        <a:srgbClr val="ffffff"/>
      </a:accent2>
      <a:accent3>
        <a:srgbClr val="ffffff"/>
      </a:accent3>
      <a:accent4>
        <a:srgbClr val="ffffff"/>
      </a:accent4>
      <a:accent5>
        <a:srgbClr val="ffffff"/>
      </a:accent5>
      <a:accent6>
        <a:srgbClr val="ffffff"/>
      </a:accent6>
      <a:hlink>
        <a:srgbClr val="332e2a"/>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70</TotalTime>
  <Application>LibreOffice/25.8.3.2$Windows_X86_64 LibreOffice_project/8ca8d55c161d602844f5428fa4b58097424e324e</Application>
  <AppVersion>15.0000</AppVersion>
  <Words>3271</Words>
  <Paragraphs>50</Paragraphs>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2025-07-21T16:27:40Z</dcterms:created>
  <dc:creator/>
  <dc:description/>
  <dc:language>en-US</dc:language>
  <cp:lastModifiedBy/>
  <dcterms:modified xsi:type="dcterms:W3CDTF">2026-02-12T23:43:24Z</dcterms:modified>
  <cp:revision>2</cp:revision>
  <dc:subject/>
  <dc:title>The Journey of Tony Kimathi</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2426C5AD42C446C3837BE5C9E0BAF4E5_12</vt:lpwstr>
  </property>
  <property fmtid="{D5CDD505-2E9C-101B-9397-08002B2CF9AE}" pid="3" name="KSOProductBuildVer">
    <vt:lpwstr>1033-12.2.0.21931</vt:lpwstr>
  </property>
  <property fmtid="{D5CDD505-2E9C-101B-9397-08002B2CF9AE}" pid="4" name="Slides">
    <vt:i4>12</vt:i4>
  </property>
</Properties>
</file>